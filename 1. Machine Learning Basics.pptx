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0" r:id="rId1"/>
  </p:sldMasterIdLst>
  <p:notesMasterIdLst>
    <p:notesMasterId r:id="rId73"/>
  </p:notesMasterIdLst>
  <p:sldIdLst>
    <p:sldId id="802" r:id="rId2"/>
    <p:sldId id="791" r:id="rId3"/>
    <p:sldId id="793" r:id="rId4"/>
    <p:sldId id="794" r:id="rId5"/>
    <p:sldId id="795" r:id="rId6"/>
    <p:sldId id="796" r:id="rId7"/>
    <p:sldId id="797" r:id="rId8"/>
    <p:sldId id="798" r:id="rId9"/>
    <p:sldId id="799" r:id="rId10"/>
    <p:sldId id="800" r:id="rId11"/>
    <p:sldId id="804" r:id="rId12"/>
    <p:sldId id="805" r:id="rId13"/>
    <p:sldId id="803" r:id="rId14"/>
    <p:sldId id="806" r:id="rId15"/>
    <p:sldId id="808" r:id="rId16"/>
    <p:sldId id="807" r:id="rId17"/>
    <p:sldId id="810" r:id="rId18"/>
    <p:sldId id="811" r:id="rId19"/>
    <p:sldId id="812" r:id="rId20"/>
    <p:sldId id="813" r:id="rId21"/>
    <p:sldId id="814" r:id="rId22"/>
    <p:sldId id="850" r:id="rId23"/>
    <p:sldId id="851" r:id="rId24"/>
    <p:sldId id="852" r:id="rId25"/>
    <p:sldId id="853" r:id="rId26"/>
    <p:sldId id="862" r:id="rId27"/>
    <p:sldId id="863" r:id="rId28"/>
    <p:sldId id="864" r:id="rId29"/>
    <p:sldId id="865" r:id="rId30"/>
    <p:sldId id="866" r:id="rId31"/>
    <p:sldId id="867" r:id="rId32"/>
    <p:sldId id="868" r:id="rId33"/>
    <p:sldId id="869" r:id="rId34"/>
    <p:sldId id="870" r:id="rId35"/>
    <p:sldId id="871" r:id="rId36"/>
    <p:sldId id="848" r:id="rId37"/>
    <p:sldId id="849" r:id="rId38"/>
    <p:sldId id="845" r:id="rId39"/>
    <p:sldId id="846" r:id="rId40"/>
    <p:sldId id="817" r:id="rId41"/>
    <p:sldId id="818" r:id="rId42"/>
    <p:sldId id="820" r:id="rId43"/>
    <p:sldId id="825" r:id="rId44"/>
    <p:sldId id="824" r:id="rId45"/>
    <p:sldId id="826" r:id="rId46"/>
    <p:sldId id="827" r:id="rId47"/>
    <p:sldId id="828" r:id="rId48"/>
    <p:sldId id="830" r:id="rId49"/>
    <p:sldId id="832" r:id="rId50"/>
    <p:sldId id="833" r:id="rId51"/>
    <p:sldId id="834" r:id="rId52"/>
    <p:sldId id="835" r:id="rId53"/>
    <p:sldId id="847" r:id="rId54"/>
    <p:sldId id="837" r:id="rId55"/>
    <p:sldId id="841" r:id="rId56"/>
    <p:sldId id="838" r:id="rId57"/>
    <p:sldId id="839" r:id="rId58"/>
    <p:sldId id="840" r:id="rId59"/>
    <p:sldId id="842" r:id="rId60"/>
    <p:sldId id="843" r:id="rId61"/>
    <p:sldId id="872" r:id="rId62"/>
    <p:sldId id="874" r:id="rId63"/>
    <p:sldId id="877" r:id="rId64"/>
    <p:sldId id="880" r:id="rId65"/>
    <p:sldId id="882" r:id="rId66"/>
    <p:sldId id="884" r:id="rId67"/>
    <p:sldId id="885" r:id="rId68"/>
    <p:sldId id="886" r:id="rId69"/>
    <p:sldId id="887" r:id="rId70"/>
    <p:sldId id="883" r:id="rId71"/>
    <p:sldId id="679" r:id="rId72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699D26F-3D5A-4167-91A3-CEAF9D3DE524}">
          <p14:sldIdLst>
            <p14:sldId id="802"/>
            <p14:sldId id="791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4"/>
            <p14:sldId id="805"/>
            <p14:sldId id="803"/>
            <p14:sldId id="806"/>
            <p14:sldId id="808"/>
            <p14:sldId id="807"/>
            <p14:sldId id="810"/>
            <p14:sldId id="811"/>
            <p14:sldId id="812"/>
            <p14:sldId id="813"/>
            <p14:sldId id="814"/>
            <p14:sldId id="850"/>
            <p14:sldId id="851"/>
            <p14:sldId id="852"/>
            <p14:sldId id="853"/>
            <p14:sldId id="862"/>
            <p14:sldId id="863"/>
            <p14:sldId id="864"/>
            <p14:sldId id="865"/>
            <p14:sldId id="866"/>
            <p14:sldId id="867"/>
            <p14:sldId id="868"/>
            <p14:sldId id="869"/>
            <p14:sldId id="870"/>
            <p14:sldId id="871"/>
            <p14:sldId id="848"/>
            <p14:sldId id="849"/>
            <p14:sldId id="845"/>
            <p14:sldId id="846"/>
            <p14:sldId id="817"/>
            <p14:sldId id="818"/>
            <p14:sldId id="820"/>
            <p14:sldId id="825"/>
            <p14:sldId id="824"/>
            <p14:sldId id="826"/>
            <p14:sldId id="827"/>
            <p14:sldId id="828"/>
            <p14:sldId id="830"/>
            <p14:sldId id="832"/>
            <p14:sldId id="833"/>
            <p14:sldId id="834"/>
            <p14:sldId id="835"/>
            <p14:sldId id="847"/>
            <p14:sldId id="837"/>
            <p14:sldId id="841"/>
            <p14:sldId id="838"/>
            <p14:sldId id="839"/>
            <p14:sldId id="840"/>
            <p14:sldId id="842"/>
            <p14:sldId id="843"/>
            <p14:sldId id="872"/>
            <p14:sldId id="874"/>
            <p14:sldId id="877"/>
            <p14:sldId id="880"/>
            <p14:sldId id="882"/>
            <p14:sldId id="884"/>
            <p14:sldId id="885"/>
            <p14:sldId id="886"/>
            <p14:sldId id="887"/>
            <p14:sldId id="883"/>
            <p14:sldId id="6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88" autoAdjust="0"/>
    <p:restoredTop sz="89059" autoAdjust="0"/>
  </p:normalViewPr>
  <p:slideViewPr>
    <p:cSldViewPr>
      <p:cViewPr varScale="1">
        <p:scale>
          <a:sx n="100" d="100"/>
          <a:sy n="100" d="100"/>
        </p:scale>
        <p:origin x="145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2" d="100"/>
          <a:sy n="102" d="100"/>
        </p:scale>
        <p:origin x="1744" y="20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지형" userId="3d4594d6552e6340" providerId="LiveId" clId="{3ED4B751-ADA3-494C-A2E1-BE61749B8E39}"/>
    <pc:docChg chg="undo custSel addSld delSld modSld modSection">
      <pc:chgData name="이지형" userId="3d4594d6552e6340" providerId="LiveId" clId="{3ED4B751-ADA3-494C-A2E1-BE61749B8E39}" dt="2018-02-18T18:25:46.344" v="1127"/>
      <pc:docMkLst>
        <pc:docMk/>
      </pc:docMkLst>
      <pc:sldChg chg="modSp">
        <pc:chgData name="이지형" userId="3d4594d6552e6340" providerId="LiveId" clId="{3ED4B751-ADA3-494C-A2E1-BE61749B8E39}" dt="2018-02-18T15:16:00.571" v="47" actId="167"/>
        <pc:sldMkLst>
          <pc:docMk/>
          <pc:sldMk cId="2983599801" sldId="849"/>
        </pc:sldMkLst>
        <pc:spChg chg="ord">
          <ac:chgData name="이지형" userId="3d4594d6552e6340" providerId="LiveId" clId="{3ED4B751-ADA3-494C-A2E1-BE61749B8E39}" dt="2018-02-18T15:16:00.571" v="47" actId="167"/>
          <ac:spMkLst>
            <pc:docMk/>
            <pc:sldMk cId="2983599801" sldId="849"/>
            <ac:spMk id="15" creationId="{00000000-0000-0000-0000-000000000000}"/>
          </ac:spMkLst>
        </pc:spChg>
      </pc:sldChg>
      <pc:sldChg chg="addSp delSp modSp">
        <pc:chgData name="이지형" userId="3d4594d6552e6340" providerId="LiveId" clId="{3ED4B751-ADA3-494C-A2E1-BE61749B8E39}" dt="2018-02-18T15:23:30.754" v="157" actId="1076"/>
        <pc:sldMkLst>
          <pc:docMk/>
          <pc:sldMk cId="3991273816" sldId="872"/>
        </pc:sldMkLst>
        <pc:spChg chg="add del">
          <ac:chgData name="이지형" userId="3d4594d6552e6340" providerId="LiveId" clId="{3ED4B751-ADA3-494C-A2E1-BE61749B8E39}" dt="2018-02-18T15:00:28.183" v="1"/>
          <ac:spMkLst>
            <pc:docMk/>
            <pc:sldMk cId="3991273816" sldId="872"/>
            <ac:spMk id="7" creationId="{1D8C173C-0933-442F-948D-FFFA966A3017}"/>
          </ac:spMkLst>
        </pc:spChg>
        <pc:spChg chg="add del">
          <ac:chgData name="이지형" userId="3d4594d6552e6340" providerId="LiveId" clId="{3ED4B751-ADA3-494C-A2E1-BE61749B8E39}" dt="2018-02-18T15:00:28.183" v="1"/>
          <ac:spMkLst>
            <pc:docMk/>
            <pc:sldMk cId="3991273816" sldId="872"/>
            <ac:spMk id="8" creationId="{A07874BD-201D-415F-B835-C071BDAB61B4}"/>
          </ac:spMkLst>
        </pc:spChg>
        <pc:spChg chg="add del">
          <ac:chgData name="이지형" userId="3d4594d6552e6340" providerId="LiveId" clId="{3ED4B751-ADA3-494C-A2E1-BE61749B8E39}" dt="2018-02-18T15:00:28.183" v="1"/>
          <ac:spMkLst>
            <pc:docMk/>
            <pc:sldMk cId="3991273816" sldId="872"/>
            <ac:spMk id="9" creationId="{05932940-A34F-456F-8B04-6B44714377BE}"/>
          </ac:spMkLst>
        </pc:spChg>
        <pc:spChg chg="add del">
          <ac:chgData name="이지형" userId="3d4594d6552e6340" providerId="LiveId" clId="{3ED4B751-ADA3-494C-A2E1-BE61749B8E39}" dt="2018-02-18T15:00:28.183" v="1"/>
          <ac:spMkLst>
            <pc:docMk/>
            <pc:sldMk cId="3991273816" sldId="872"/>
            <ac:spMk id="12" creationId="{F2C207EC-7D4A-4F7D-B14B-82CDB3C97F32}"/>
          </ac:spMkLst>
        </pc:spChg>
        <pc:spChg chg="add del">
          <ac:chgData name="이지형" userId="3d4594d6552e6340" providerId="LiveId" clId="{3ED4B751-ADA3-494C-A2E1-BE61749B8E39}" dt="2018-02-18T15:00:28.183" v="1"/>
          <ac:spMkLst>
            <pc:docMk/>
            <pc:sldMk cId="3991273816" sldId="872"/>
            <ac:spMk id="13" creationId="{27AC3FC3-0E7D-418C-89B0-CFB6EE27F02F}"/>
          </ac:spMkLst>
        </pc:spChg>
        <pc:spChg chg="add del">
          <ac:chgData name="이지형" userId="3d4594d6552e6340" providerId="LiveId" clId="{3ED4B751-ADA3-494C-A2E1-BE61749B8E39}" dt="2018-02-18T15:00:28.183" v="1"/>
          <ac:spMkLst>
            <pc:docMk/>
            <pc:sldMk cId="3991273816" sldId="872"/>
            <ac:spMk id="14" creationId="{F6C8CE17-0520-417B-A999-D4A79E343151}"/>
          </ac:spMkLst>
        </pc:spChg>
        <pc:picChg chg="mod">
          <ac:chgData name="이지형" userId="3d4594d6552e6340" providerId="LiveId" clId="{3ED4B751-ADA3-494C-A2E1-BE61749B8E39}" dt="2018-02-18T15:23:30.754" v="157" actId="1076"/>
          <ac:picMkLst>
            <pc:docMk/>
            <pc:sldMk cId="3991273816" sldId="872"/>
            <ac:picMk id="6" creationId="{E1237654-8FDD-42DE-B26F-38B2E0402895}"/>
          </ac:picMkLst>
        </pc:picChg>
        <pc:picChg chg="del">
          <ac:chgData name="이지형" userId="3d4594d6552e6340" providerId="LiveId" clId="{3ED4B751-ADA3-494C-A2E1-BE61749B8E39}" dt="2018-02-18T15:23:21.333" v="155" actId="478"/>
          <ac:picMkLst>
            <pc:docMk/>
            <pc:sldMk cId="3991273816" sldId="872"/>
            <ac:picMk id="15" creationId="{2D55F004-AC0D-4487-9821-5BF0E5E02461}"/>
          </ac:picMkLst>
        </pc:picChg>
        <pc:cxnChg chg="add del">
          <ac:chgData name="이지형" userId="3d4594d6552e6340" providerId="LiveId" clId="{3ED4B751-ADA3-494C-A2E1-BE61749B8E39}" dt="2018-02-18T15:00:28.183" v="1"/>
          <ac:cxnSpMkLst>
            <pc:docMk/>
            <pc:sldMk cId="3991273816" sldId="872"/>
            <ac:cxnSpMk id="10" creationId="{2DE9F41E-C02C-4C84-8C0A-44596725A75F}"/>
          </ac:cxnSpMkLst>
        </pc:cxnChg>
        <pc:cxnChg chg="add del">
          <ac:chgData name="이지형" userId="3d4594d6552e6340" providerId="LiveId" clId="{3ED4B751-ADA3-494C-A2E1-BE61749B8E39}" dt="2018-02-18T15:00:28.183" v="1"/>
          <ac:cxnSpMkLst>
            <pc:docMk/>
            <pc:sldMk cId="3991273816" sldId="872"/>
            <ac:cxnSpMk id="11" creationId="{69B1055F-56B5-4F0B-A360-B5C652D19DDE}"/>
          </ac:cxnSpMkLst>
        </pc:cxnChg>
      </pc:sldChg>
      <pc:sldChg chg="addSp modSp add del">
        <pc:chgData name="이지형" userId="3d4594d6552e6340" providerId="LiveId" clId="{3ED4B751-ADA3-494C-A2E1-BE61749B8E39}" dt="2018-02-18T15:23:34.168" v="158" actId="2696"/>
        <pc:sldMkLst>
          <pc:docMk/>
          <pc:sldMk cId="1108195828" sldId="873"/>
        </pc:sldMkLst>
        <pc:spChg chg="add mod">
          <ac:chgData name="이지형" userId="3d4594d6552e6340" providerId="LiveId" clId="{3ED4B751-ADA3-494C-A2E1-BE61749B8E39}" dt="2018-02-18T15:00:34.870" v="4" actId="1076"/>
          <ac:spMkLst>
            <pc:docMk/>
            <pc:sldMk cId="1108195828" sldId="873"/>
            <ac:spMk id="5" creationId="{6ED40EC7-5C5B-4B07-9437-0D700DA28AD2}"/>
          </ac:spMkLst>
        </pc:spChg>
        <pc:spChg chg="add mod">
          <ac:chgData name="이지형" userId="3d4594d6552e6340" providerId="LiveId" clId="{3ED4B751-ADA3-494C-A2E1-BE61749B8E39}" dt="2018-02-18T15:00:34.870" v="4" actId="1076"/>
          <ac:spMkLst>
            <pc:docMk/>
            <pc:sldMk cId="1108195828" sldId="873"/>
            <ac:spMk id="6" creationId="{B02C79DB-3BAA-4F22-855E-3D4D52C90CC0}"/>
          </ac:spMkLst>
        </pc:spChg>
        <pc:spChg chg="add mod">
          <ac:chgData name="이지형" userId="3d4594d6552e6340" providerId="LiveId" clId="{3ED4B751-ADA3-494C-A2E1-BE61749B8E39}" dt="2018-02-18T15:00:34.870" v="4" actId="1076"/>
          <ac:spMkLst>
            <pc:docMk/>
            <pc:sldMk cId="1108195828" sldId="873"/>
            <ac:spMk id="7" creationId="{9C48BEC1-E186-4A6F-9B8F-C5261B471726}"/>
          </ac:spMkLst>
        </pc:spChg>
        <pc:spChg chg="add mod">
          <ac:chgData name="이지형" userId="3d4594d6552e6340" providerId="LiveId" clId="{3ED4B751-ADA3-494C-A2E1-BE61749B8E39}" dt="2018-02-18T15:00:54.720" v="34" actId="1038"/>
          <ac:spMkLst>
            <pc:docMk/>
            <pc:sldMk cId="1108195828" sldId="873"/>
            <ac:spMk id="10" creationId="{229873B0-5D1F-4F24-B4BA-3F9D00303742}"/>
          </ac:spMkLst>
        </pc:spChg>
        <pc:spChg chg="add mod">
          <ac:chgData name="이지형" userId="3d4594d6552e6340" providerId="LiveId" clId="{3ED4B751-ADA3-494C-A2E1-BE61749B8E39}" dt="2018-02-18T15:00:34.870" v="4" actId="1076"/>
          <ac:spMkLst>
            <pc:docMk/>
            <pc:sldMk cId="1108195828" sldId="873"/>
            <ac:spMk id="11" creationId="{D54778A1-557B-4795-9C1B-22B1B4E9B04E}"/>
          </ac:spMkLst>
        </pc:spChg>
        <pc:spChg chg="add mod">
          <ac:chgData name="이지형" userId="3d4594d6552e6340" providerId="LiveId" clId="{3ED4B751-ADA3-494C-A2E1-BE61749B8E39}" dt="2018-02-18T15:23:13.312" v="154" actId="1076"/>
          <ac:spMkLst>
            <pc:docMk/>
            <pc:sldMk cId="1108195828" sldId="873"/>
            <ac:spMk id="12" creationId="{F38E7353-CE94-4A16-945F-16F3A2C640B7}"/>
          </ac:spMkLst>
        </pc:spChg>
        <pc:spChg chg="add mod">
          <ac:chgData name="이지형" userId="3d4594d6552e6340" providerId="LiveId" clId="{3ED4B751-ADA3-494C-A2E1-BE61749B8E39}" dt="2018-02-18T15:00:46.111" v="25" actId="1038"/>
          <ac:spMkLst>
            <pc:docMk/>
            <pc:sldMk cId="1108195828" sldId="873"/>
            <ac:spMk id="13" creationId="{B6AE43B3-F924-477C-A982-E46FC289EA88}"/>
          </ac:spMkLst>
        </pc:spChg>
        <pc:cxnChg chg="add mod">
          <ac:chgData name="이지형" userId="3d4594d6552e6340" providerId="LiveId" clId="{3ED4B751-ADA3-494C-A2E1-BE61749B8E39}" dt="2018-02-18T15:01:01.408" v="35" actId="14100"/>
          <ac:cxnSpMkLst>
            <pc:docMk/>
            <pc:sldMk cId="1108195828" sldId="873"/>
            <ac:cxnSpMk id="8" creationId="{A8007C5F-4725-4936-8F23-7579C822C0FD}"/>
          </ac:cxnSpMkLst>
        </pc:cxnChg>
        <pc:cxnChg chg="add mod">
          <ac:chgData name="이지형" userId="3d4594d6552e6340" providerId="LiveId" clId="{3ED4B751-ADA3-494C-A2E1-BE61749B8E39}" dt="2018-02-18T15:00:34.870" v="4" actId="1076"/>
          <ac:cxnSpMkLst>
            <pc:docMk/>
            <pc:sldMk cId="1108195828" sldId="873"/>
            <ac:cxnSpMk id="9" creationId="{E0E53D04-9EF2-4BA7-8DAA-1DC53C785FF5}"/>
          </ac:cxnSpMkLst>
        </pc:cxnChg>
      </pc:sldChg>
      <pc:sldChg chg="addSp delSp modSp add">
        <pc:chgData name="이지형" userId="3d4594d6552e6340" providerId="LiveId" clId="{3ED4B751-ADA3-494C-A2E1-BE61749B8E39}" dt="2018-02-18T17:25:26.167" v="491"/>
        <pc:sldMkLst>
          <pc:docMk/>
          <pc:sldMk cId="4187354727" sldId="874"/>
        </pc:sldMkLst>
        <pc:spChg chg="mod">
          <ac:chgData name="이지형" userId="3d4594d6552e6340" providerId="LiveId" clId="{3ED4B751-ADA3-494C-A2E1-BE61749B8E39}" dt="2018-02-18T15:23:43.195" v="160"/>
          <ac:spMkLst>
            <pc:docMk/>
            <pc:sldMk cId="4187354727" sldId="874"/>
            <ac:spMk id="2" creationId="{3C6A7B49-C6C4-4DDF-923A-90C6EF8E7378}"/>
          </ac:spMkLst>
        </pc:spChg>
        <pc:spChg chg="del">
          <ac:chgData name="이지형" userId="3d4594d6552e6340" providerId="LiveId" clId="{3ED4B751-ADA3-494C-A2E1-BE61749B8E39}" dt="2018-02-18T17:17:21.122" v="323" actId="478"/>
          <ac:spMkLst>
            <pc:docMk/>
            <pc:sldMk cId="4187354727" sldId="874"/>
            <ac:spMk id="4" creationId="{16121BFD-C70A-48CA-8FB1-71D8F9A07B6F}"/>
          </ac:spMkLst>
        </pc:spChg>
        <pc:spChg chg="add mod">
          <ac:chgData name="이지형" userId="3d4594d6552e6340" providerId="LiveId" clId="{3ED4B751-ADA3-494C-A2E1-BE61749B8E39}" dt="2018-02-18T17:25:21.839" v="489"/>
          <ac:spMkLst>
            <pc:docMk/>
            <pc:sldMk cId="4187354727" sldId="874"/>
            <ac:spMk id="5" creationId="{5E1988CA-D70F-4006-A481-8EEC5DAE92F4}"/>
          </ac:spMkLst>
        </pc:spChg>
        <pc:spChg chg="add del mod">
          <ac:chgData name="이지형" userId="3d4594d6552e6340" providerId="LiveId" clId="{3ED4B751-ADA3-494C-A2E1-BE61749B8E39}" dt="2018-02-18T17:07:32.377" v="163" actId="478"/>
          <ac:spMkLst>
            <pc:docMk/>
            <pc:sldMk cId="4187354727" sldId="874"/>
            <ac:spMk id="6" creationId="{9EEFD616-EB0D-4180-A906-AB336879D034}"/>
          </ac:spMkLst>
        </pc:spChg>
        <pc:spChg chg="add del mod">
          <ac:chgData name="이지형" userId="3d4594d6552e6340" providerId="LiveId" clId="{3ED4B751-ADA3-494C-A2E1-BE61749B8E39}" dt="2018-02-18T15:19:32.587" v="106" actId="478"/>
          <ac:spMkLst>
            <pc:docMk/>
            <pc:sldMk cId="4187354727" sldId="874"/>
            <ac:spMk id="7" creationId="{186A48D9-7D96-4F1C-B8F0-3D218CE6E38E}"/>
          </ac:spMkLst>
        </pc:spChg>
        <pc:spChg chg="add del mod">
          <ac:chgData name="이지형" userId="3d4594d6552e6340" providerId="LiveId" clId="{3ED4B751-ADA3-494C-A2E1-BE61749B8E39}" dt="2018-02-18T15:19:32.587" v="106" actId="478"/>
          <ac:spMkLst>
            <pc:docMk/>
            <pc:sldMk cId="4187354727" sldId="874"/>
            <ac:spMk id="8" creationId="{37C515BD-5A7E-4B1E-B354-832279E7414E}"/>
          </ac:spMkLst>
        </pc:spChg>
        <pc:spChg chg="add del mod">
          <ac:chgData name="이지형" userId="3d4594d6552e6340" providerId="LiveId" clId="{3ED4B751-ADA3-494C-A2E1-BE61749B8E39}" dt="2018-02-18T15:19:32.587" v="106" actId="478"/>
          <ac:spMkLst>
            <pc:docMk/>
            <pc:sldMk cId="4187354727" sldId="874"/>
            <ac:spMk id="9" creationId="{91855753-8D00-4B16-A8BB-6C2B37C6051D}"/>
          </ac:spMkLst>
        </pc:spChg>
        <pc:spChg chg="add del mod">
          <ac:chgData name="이지형" userId="3d4594d6552e6340" providerId="LiveId" clId="{3ED4B751-ADA3-494C-A2E1-BE61749B8E39}" dt="2018-02-18T17:07:30.337" v="162" actId="478"/>
          <ac:spMkLst>
            <pc:docMk/>
            <pc:sldMk cId="4187354727" sldId="874"/>
            <ac:spMk id="10" creationId="{1310F992-40EF-407A-B306-91B4E6DC460C}"/>
          </ac:spMkLst>
        </pc:spChg>
        <pc:spChg chg="add mod">
          <ac:chgData name="이지형" userId="3d4594d6552e6340" providerId="LiveId" clId="{3ED4B751-ADA3-494C-A2E1-BE61749B8E39}" dt="2018-02-18T17:25:20.010" v="488"/>
          <ac:spMkLst>
            <pc:docMk/>
            <pc:sldMk cId="4187354727" sldId="874"/>
            <ac:spMk id="11" creationId="{1D95FD20-2283-43FA-90DE-D7795A86ED80}"/>
          </ac:spMkLst>
        </pc:spChg>
        <pc:spChg chg="add del mod">
          <ac:chgData name="이지형" userId="3d4594d6552e6340" providerId="LiveId" clId="{3ED4B751-ADA3-494C-A2E1-BE61749B8E39}" dt="2018-02-18T17:07:35.449" v="164" actId="478"/>
          <ac:spMkLst>
            <pc:docMk/>
            <pc:sldMk cId="4187354727" sldId="874"/>
            <ac:spMk id="12" creationId="{738D7E0F-5370-4EC5-A6AC-D65B0154B1BB}"/>
          </ac:spMkLst>
        </pc:spChg>
        <pc:spChg chg="add mod">
          <ac:chgData name="이지형" userId="3d4594d6552e6340" providerId="LiveId" clId="{3ED4B751-ADA3-494C-A2E1-BE61749B8E39}" dt="2018-02-18T17:25:23.980" v="490"/>
          <ac:spMkLst>
            <pc:docMk/>
            <pc:sldMk cId="4187354727" sldId="874"/>
            <ac:spMk id="13" creationId="{6283A4F1-08DD-4E67-B168-5D364104FAED}"/>
          </ac:spMkLst>
        </pc:spChg>
        <pc:spChg chg="add del mod">
          <ac:chgData name="이지형" userId="3d4594d6552e6340" providerId="LiveId" clId="{3ED4B751-ADA3-494C-A2E1-BE61749B8E39}" dt="2018-02-18T17:22:32.122" v="442" actId="478"/>
          <ac:spMkLst>
            <pc:docMk/>
            <pc:sldMk cId="4187354727" sldId="874"/>
            <ac:spMk id="14" creationId="{302AA642-893A-4EA1-A6FA-9C220653F5D3}"/>
          </ac:spMkLst>
        </pc:spChg>
        <pc:spChg chg="add mod">
          <ac:chgData name="이지형" userId="3d4594d6552e6340" providerId="LiveId" clId="{3ED4B751-ADA3-494C-A2E1-BE61749B8E39}" dt="2018-02-18T17:25:26.167" v="491"/>
          <ac:spMkLst>
            <pc:docMk/>
            <pc:sldMk cId="4187354727" sldId="874"/>
            <ac:spMk id="15" creationId="{BA7E284C-695C-4DA9-8A3B-D89670FF7602}"/>
          </ac:spMkLst>
        </pc:spChg>
        <pc:spChg chg="add mod">
          <ac:chgData name="이지형" userId="3d4594d6552e6340" providerId="LiveId" clId="{3ED4B751-ADA3-494C-A2E1-BE61749B8E39}" dt="2018-02-18T17:19:33.886" v="431" actId="1076"/>
          <ac:spMkLst>
            <pc:docMk/>
            <pc:sldMk cId="4187354727" sldId="874"/>
            <ac:spMk id="16" creationId="{031BDDD8-F335-4BE0-8A00-8C772F3F8959}"/>
          </ac:spMkLst>
        </pc:spChg>
        <pc:spChg chg="add mod">
          <ac:chgData name="이지형" userId="3d4594d6552e6340" providerId="LiveId" clId="{3ED4B751-ADA3-494C-A2E1-BE61749B8E39}" dt="2018-02-18T17:19:31.031" v="430" actId="1076"/>
          <ac:spMkLst>
            <pc:docMk/>
            <pc:sldMk cId="4187354727" sldId="874"/>
            <ac:spMk id="17" creationId="{EB4F324C-4AE0-41BF-A7B8-4EE039ED0CC7}"/>
          </ac:spMkLst>
        </pc:spChg>
      </pc:sldChg>
      <pc:sldChg chg="addSp delSp add del">
        <pc:chgData name="이지형" userId="3d4594d6552e6340" providerId="LiveId" clId="{3ED4B751-ADA3-494C-A2E1-BE61749B8E39}" dt="2018-02-18T18:24:51.164" v="1082" actId="2696"/>
        <pc:sldMkLst>
          <pc:docMk/>
          <pc:sldMk cId="2288379050" sldId="875"/>
        </pc:sldMkLst>
        <pc:spChg chg="add del">
          <ac:chgData name="이지형" userId="3d4594d6552e6340" providerId="LiveId" clId="{3ED4B751-ADA3-494C-A2E1-BE61749B8E39}" dt="2018-02-18T17:33:15.283" v="570"/>
          <ac:spMkLst>
            <pc:docMk/>
            <pc:sldMk cId="2288379050" sldId="875"/>
            <ac:spMk id="14" creationId="{867F6563-A461-4592-B23C-D9792FF18C7B}"/>
          </ac:spMkLst>
        </pc:spChg>
      </pc:sldChg>
      <pc:sldChg chg="modSp add del">
        <pc:chgData name="이지형" userId="3d4594d6552e6340" providerId="LiveId" clId="{3ED4B751-ADA3-494C-A2E1-BE61749B8E39}" dt="2018-02-18T18:20:17.638" v="1032" actId="2696"/>
        <pc:sldMkLst>
          <pc:docMk/>
          <pc:sldMk cId="1948353175" sldId="876"/>
        </pc:sldMkLst>
        <pc:spChg chg="mod">
          <ac:chgData name="이지형" userId="3d4594d6552e6340" providerId="LiveId" clId="{3ED4B751-ADA3-494C-A2E1-BE61749B8E39}" dt="2018-02-18T17:52:39.567" v="716"/>
          <ac:spMkLst>
            <pc:docMk/>
            <pc:sldMk cId="1948353175" sldId="876"/>
            <ac:spMk id="5" creationId="{5E1988CA-D70F-4006-A481-8EEC5DAE92F4}"/>
          </ac:spMkLst>
        </pc:spChg>
        <pc:spChg chg="mod">
          <ac:chgData name="이지형" userId="3d4594d6552e6340" providerId="LiveId" clId="{3ED4B751-ADA3-494C-A2E1-BE61749B8E39}" dt="2018-02-18T17:52:45.381" v="719"/>
          <ac:spMkLst>
            <pc:docMk/>
            <pc:sldMk cId="1948353175" sldId="876"/>
            <ac:spMk id="6" creationId="{9EEFD616-EB0D-4180-A906-AB336879D034}"/>
          </ac:spMkLst>
        </pc:spChg>
        <pc:spChg chg="mod">
          <ac:chgData name="이지형" userId="3d4594d6552e6340" providerId="LiveId" clId="{3ED4B751-ADA3-494C-A2E1-BE61749B8E39}" dt="2018-02-18T17:52:41.183" v="717"/>
          <ac:spMkLst>
            <pc:docMk/>
            <pc:sldMk cId="1948353175" sldId="876"/>
            <ac:spMk id="10" creationId="{1310F992-40EF-407A-B306-91B4E6DC460C}"/>
          </ac:spMkLst>
        </pc:spChg>
        <pc:spChg chg="mod">
          <ac:chgData name="이지형" userId="3d4594d6552e6340" providerId="LiveId" clId="{3ED4B751-ADA3-494C-A2E1-BE61749B8E39}" dt="2018-02-18T17:52:50.103" v="721"/>
          <ac:spMkLst>
            <pc:docMk/>
            <pc:sldMk cId="1948353175" sldId="876"/>
            <ac:spMk id="11" creationId="{1D95FD20-2283-43FA-90DE-D7795A86ED80}"/>
          </ac:spMkLst>
        </pc:spChg>
        <pc:spChg chg="mod">
          <ac:chgData name="이지형" userId="3d4594d6552e6340" providerId="LiveId" clId="{3ED4B751-ADA3-494C-A2E1-BE61749B8E39}" dt="2018-02-18T17:52:52.145" v="722"/>
          <ac:spMkLst>
            <pc:docMk/>
            <pc:sldMk cId="1948353175" sldId="876"/>
            <ac:spMk id="12" creationId="{738D7E0F-5370-4EC5-A6AC-D65B0154B1BB}"/>
          </ac:spMkLst>
        </pc:spChg>
      </pc:sldChg>
      <pc:sldChg chg="addSp delSp modSp add">
        <pc:chgData name="이지형" userId="3d4594d6552e6340" providerId="LiveId" clId="{3ED4B751-ADA3-494C-A2E1-BE61749B8E39}" dt="2018-02-18T17:26:50.461" v="514" actId="1076"/>
        <pc:sldMkLst>
          <pc:docMk/>
          <pc:sldMk cId="1701868018" sldId="877"/>
        </pc:sldMkLst>
        <pc:spChg chg="del">
          <ac:chgData name="이지형" userId="3d4594d6552e6340" providerId="LiveId" clId="{3ED4B751-ADA3-494C-A2E1-BE61749B8E39}" dt="2018-02-18T17:22:23.890" v="440" actId="478"/>
          <ac:spMkLst>
            <pc:docMk/>
            <pc:sldMk cId="1701868018" sldId="877"/>
            <ac:spMk id="5" creationId="{5E1988CA-D70F-4006-A481-8EEC5DAE92F4}"/>
          </ac:spMkLst>
        </pc:spChg>
        <pc:spChg chg="del">
          <ac:chgData name="이지형" userId="3d4594d6552e6340" providerId="LiveId" clId="{3ED4B751-ADA3-494C-A2E1-BE61749B8E39}" dt="2018-02-18T17:22:23.890" v="440" actId="478"/>
          <ac:spMkLst>
            <pc:docMk/>
            <pc:sldMk cId="1701868018" sldId="877"/>
            <ac:spMk id="11" creationId="{1D95FD20-2283-43FA-90DE-D7795A86ED80}"/>
          </ac:spMkLst>
        </pc:spChg>
        <pc:spChg chg="add mod">
          <ac:chgData name="이지형" userId="3d4594d6552e6340" providerId="LiveId" clId="{3ED4B751-ADA3-494C-A2E1-BE61749B8E39}" dt="2018-02-18T17:26:46.907" v="513" actId="1076"/>
          <ac:spMkLst>
            <pc:docMk/>
            <pc:sldMk cId="1701868018" sldId="877"/>
            <ac:spMk id="12" creationId="{DB86A8A0-D778-4442-B38D-F01C2F9AF184}"/>
          </ac:spMkLst>
        </pc:spChg>
        <pc:spChg chg="del">
          <ac:chgData name="이지형" userId="3d4594d6552e6340" providerId="LiveId" clId="{3ED4B751-ADA3-494C-A2E1-BE61749B8E39}" dt="2018-02-18T17:22:23.890" v="440" actId="478"/>
          <ac:spMkLst>
            <pc:docMk/>
            <pc:sldMk cId="1701868018" sldId="877"/>
            <ac:spMk id="13" creationId="{6283A4F1-08DD-4E67-B168-5D364104FAED}"/>
          </ac:spMkLst>
        </pc:spChg>
        <pc:spChg chg="del">
          <ac:chgData name="이지형" userId="3d4594d6552e6340" providerId="LiveId" clId="{3ED4B751-ADA3-494C-A2E1-BE61749B8E39}" dt="2018-02-18T17:22:35.705" v="443" actId="478"/>
          <ac:spMkLst>
            <pc:docMk/>
            <pc:sldMk cId="1701868018" sldId="877"/>
            <ac:spMk id="14" creationId="{302AA642-893A-4EA1-A6FA-9C220653F5D3}"/>
          </ac:spMkLst>
        </pc:spChg>
        <pc:spChg chg="mod">
          <ac:chgData name="이지형" userId="3d4594d6552e6340" providerId="LiveId" clId="{3ED4B751-ADA3-494C-A2E1-BE61749B8E39}" dt="2018-02-18T17:25:30.553" v="492"/>
          <ac:spMkLst>
            <pc:docMk/>
            <pc:sldMk cId="1701868018" sldId="877"/>
            <ac:spMk id="15" creationId="{BA7E284C-695C-4DA9-8A3B-D89670FF7602}"/>
          </ac:spMkLst>
        </pc:spChg>
        <pc:spChg chg="del">
          <ac:chgData name="이지형" userId="3d4594d6552e6340" providerId="LiveId" clId="{3ED4B751-ADA3-494C-A2E1-BE61749B8E39}" dt="2018-02-18T17:22:23.890" v="440" actId="478"/>
          <ac:spMkLst>
            <pc:docMk/>
            <pc:sldMk cId="1701868018" sldId="877"/>
            <ac:spMk id="16" creationId="{031BDDD8-F335-4BE0-8A00-8C772F3F8959}"/>
          </ac:spMkLst>
        </pc:spChg>
        <pc:spChg chg="del">
          <ac:chgData name="이지형" userId="3d4594d6552e6340" providerId="LiveId" clId="{3ED4B751-ADA3-494C-A2E1-BE61749B8E39}" dt="2018-02-18T17:22:23.890" v="440" actId="478"/>
          <ac:spMkLst>
            <pc:docMk/>
            <pc:sldMk cId="1701868018" sldId="877"/>
            <ac:spMk id="17" creationId="{EB4F324C-4AE0-41BF-A7B8-4EE039ED0CC7}"/>
          </ac:spMkLst>
        </pc:spChg>
        <pc:spChg chg="add del">
          <ac:chgData name="이지형" userId="3d4594d6552e6340" providerId="LiveId" clId="{3ED4B751-ADA3-494C-A2E1-BE61749B8E39}" dt="2018-02-18T17:23:06.644" v="450"/>
          <ac:spMkLst>
            <pc:docMk/>
            <pc:sldMk cId="1701868018" sldId="877"/>
            <ac:spMk id="18" creationId="{18843E0C-528D-4259-BDA1-E75B3DD28337}"/>
          </ac:spMkLst>
        </pc:spChg>
        <pc:spChg chg="add mod">
          <ac:chgData name="이지형" userId="3d4594d6552e6340" providerId="LiveId" clId="{3ED4B751-ADA3-494C-A2E1-BE61749B8E39}" dt="2018-02-18T17:26:50.461" v="514" actId="1076"/>
          <ac:spMkLst>
            <pc:docMk/>
            <pc:sldMk cId="1701868018" sldId="877"/>
            <ac:spMk id="19" creationId="{34E4295F-BE1B-427C-B3D1-58768871C69C}"/>
          </ac:spMkLst>
        </pc:spChg>
        <pc:spChg chg="add mod">
          <ac:chgData name="이지형" userId="3d4594d6552e6340" providerId="LiveId" clId="{3ED4B751-ADA3-494C-A2E1-BE61749B8E39}" dt="2018-02-18T17:26:30.630" v="510" actId="1076"/>
          <ac:spMkLst>
            <pc:docMk/>
            <pc:sldMk cId="1701868018" sldId="877"/>
            <ac:spMk id="20" creationId="{826A8F26-43F6-4CEF-ADDC-729D1D4698F4}"/>
          </ac:spMkLst>
        </pc:spChg>
      </pc:sldChg>
      <pc:sldChg chg="addSp delSp modSp add del">
        <pc:chgData name="이지형" userId="3d4594d6552e6340" providerId="LiveId" clId="{3ED4B751-ADA3-494C-A2E1-BE61749B8E39}" dt="2018-02-18T17:34:19.799" v="580" actId="2696"/>
        <pc:sldMkLst>
          <pc:docMk/>
          <pc:sldMk cId="2419540311" sldId="878"/>
        </pc:sldMkLst>
        <pc:spChg chg="mod">
          <ac:chgData name="이지형" userId="3d4594d6552e6340" providerId="LiveId" clId="{3ED4B751-ADA3-494C-A2E1-BE61749B8E39}" dt="2018-02-18T17:30:23.032" v="530"/>
          <ac:spMkLst>
            <pc:docMk/>
            <pc:sldMk cId="2419540311" sldId="878"/>
            <ac:spMk id="2" creationId="{00000000-0000-0000-0000-000000000000}"/>
          </ac:spMkLst>
        </pc:spChg>
        <pc:spChg chg="del">
          <ac:chgData name="이지형" userId="3d4594d6552e6340" providerId="LiveId" clId="{3ED4B751-ADA3-494C-A2E1-BE61749B8E39}" dt="2018-02-18T17:30:25.916" v="531" actId="478"/>
          <ac:spMkLst>
            <pc:docMk/>
            <pc:sldMk cId="2419540311" sldId="878"/>
            <ac:spMk id="4" creationId="{00000000-0000-0000-0000-000000000000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5" creationId="{00000000-0000-0000-0000-000000000000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6" creationId="{00000000-0000-0000-0000-000000000000}"/>
          </ac:spMkLst>
        </pc:spChg>
        <pc:spChg chg="add del mod">
          <ac:chgData name="이지형" userId="3d4594d6552e6340" providerId="LiveId" clId="{3ED4B751-ADA3-494C-A2E1-BE61749B8E39}" dt="2018-02-18T17:30:39.092" v="532" actId="478"/>
          <ac:spMkLst>
            <pc:docMk/>
            <pc:sldMk cId="2419540311" sldId="878"/>
            <ac:spMk id="9" creationId="{4762CFB5-CA4F-4554-994F-AC62062D51DD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10" creationId="{00000000-0000-0000-0000-000000000000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11" creationId="{00000000-0000-0000-0000-000000000000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12" creationId="{00000000-0000-0000-0000-000000000000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14" creationId="{00000000-0000-0000-0000-000000000000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15" creationId="{C1362506-C353-4B5C-9993-61B7197EABE6}"/>
          </ac:spMkLst>
        </pc:spChg>
        <pc:spChg chg="mod">
          <ac:chgData name="이지형" userId="3d4594d6552e6340" providerId="LiveId" clId="{3ED4B751-ADA3-494C-A2E1-BE61749B8E39}" dt="2018-02-18T17:30:53.634" v="535" actId="1076"/>
          <ac:spMkLst>
            <pc:docMk/>
            <pc:sldMk cId="2419540311" sldId="878"/>
            <ac:spMk id="16" creationId="{92D5312A-3694-4812-9631-00EB37CEE90B}"/>
          </ac:spMkLst>
        </pc:spChg>
        <pc:spChg chg="add mod">
          <ac:chgData name="이지형" userId="3d4594d6552e6340" providerId="LiveId" clId="{3ED4B751-ADA3-494C-A2E1-BE61749B8E39}" dt="2018-02-18T17:33:00.443" v="560" actId="20577"/>
          <ac:spMkLst>
            <pc:docMk/>
            <pc:sldMk cId="2419540311" sldId="878"/>
            <ac:spMk id="17" creationId="{E54F49BA-0FC4-4230-B355-FF14479F3F2A}"/>
          </ac:spMkLst>
        </pc:spChg>
        <pc:spChg chg="add mod">
          <ac:chgData name="이지형" userId="3d4594d6552e6340" providerId="LiveId" clId="{3ED4B751-ADA3-494C-A2E1-BE61749B8E39}" dt="2018-02-18T17:32:40.833" v="554" actId="20577"/>
          <ac:spMkLst>
            <pc:docMk/>
            <pc:sldMk cId="2419540311" sldId="878"/>
            <ac:spMk id="18" creationId="{6F1817A2-4657-4DBA-A6EA-290C8B328129}"/>
          </ac:spMkLst>
        </pc:spChg>
        <pc:spChg chg="add mod">
          <ac:chgData name="이지형" userId="3d4594d6552e6340" providerId="LiveId" clId="{3ED4B751-ADA3-494C-A2E1-BE61749B8E39}" dt="2018-02-18T17:33:08.051" v="568" actId="1036"/>
          <ac:spMkLst>
            <pc:docMk/>
            <pc:sldMk cId="2419540311" sldId="878"/>
            <ac:spMk id="19" creationId="{13A88CCE-73C4-4254-86C7-E80B89B422D0}"/>
          </ac:spMkLst>
        </pc:spChg>
        <pc:spChg chg="add mod">
          <ac:chgData name="이지형" userId="3d4594d6552e6340" providerId="LiveId" clId="{3ED4B751-ADA3-494C-A2E1-BE61749B8E39}" dt="2018-02-18T17:33:04.968" v="565" actId="1036"/>
          <ac:spMkLst>
            <pc:docMk/>
            <pc:sldMk cId="2419540311" sldId="878"/>
            <ac:spMk id="20" creationId="{D1CAEB60-3525-492D-BA91-B0F85EA43A6B}"/>
          </ac:spMkLst>
        </pc:spChg>
        <pc:picChg chg="del mod">
          <ac:chgData name="이지형" userId="3d4594d6552e6340" providerId="LiveId" clId="{3ED4B751-ADA3-494C-A2E1-BE61749B8E39}" dt="2018-02-18T17:31:03.007" v="538" actId="478"/>
          <ac:picMkLst>
            <pc:docMk/>
            <pc:sldMk cId="2419540311" sldId="878"/>
            <ac:picMk id="8" creationId="{00000000-0000-0000-0000-000000000000}"/>
          </ac:picMkLst>
        </pc:picChg>
      </pc:sldChg>
      <pc:sldChg chg="add del">
        <pc:chgData name="이지형" userId="3d4594d6552e6340" providerId="LiveId" clId="{3ED4B751-ADA3-494C-A2E1-BE61749B8E39}" dt="2018-02-18T18:25:20.614" v="1085" actId="2696"/>
        <pc:sldMkLst>
          <pc:docMk/>
          <pc:sldMk cId="3124505909" sldId="879"/>
        </pc:sldMkLst>
      </pc:sldChg>
      <pc:sldChg chg="delSp modSp add del">
        <pc:chgData name="이지형" userId="3d4594d6552e6340" providerId="LiveId" clId="{3ED4B751-ADA3-494C-A2E1-BE61749B8E39}" dt="2018-02-18T17:34:14.710" v="578" actId="2696"/>
        <pc:sldMkLst>
          <pc:docMk/>
          <pc:sldMk cId="1423313002" sldId="880"/>
        </pc:sldMkLst>
        <pc:spChg chg="mod">
          <ac:chgData name="이지형" userId="3d4594d6552e6340" providerId="LiveId" clId="{3ED4B751-ADA3-494C-A2E1-BE61749B8E39}" dt="2018-02-18T17:34:06.737" v="577" actId="1076"/>
          <ac:spMkLst>
            <pc:docMk/>
            <pc:sldMk cId="1423313002" sldId="880"/>
            <ac:spMk id="5" creationId="{00000000-0000-0000-0000-000000000000}"/>
          </ac:spMkLst>
        </pc:spChg>
        <pc:spChg chg="mod">
          <ac:chgData name="이지형" userId="3d4594d6552e6340" providerId="LiveId" clId="{3ED4B751-ADA3-494C-A2E1-BE61749B8E39}" dt="2018-02-18T17:34:06.737" v="577" actId="1076"/>
          <ac:spMkLst>
            <pc:docMk/>
            <pc:sldMk cId="1423313002" sldId="880"/>
            <ac:spMk id="10" creationId="{00000000-0000-0000-0000-000000000000}"/>
          </ac:spMkLst>
        </pc:spChg>
        <pc:spChg chg="mod">
          <ac:chgData name="이지형" userId="3d4594d6552e6340" providerId="LiveId" clId="{3ED4B751-ADA3-494C-A2E1-BE61749B8E39}" dt="2018-02-18T17:34:06.737" v="577" actId="1076"/>
          <ac:spMkLst>
            <pc:docMk/>
            <pc:sldMk cId="1423313002" sldId="880"/>
            <ac:spMk id="15" creationId="{C1362506-C353-4B5C-9993-61B7197EABE6}"/>
          </ac:spMkLst>
        </pc:spChg>
        <pc:spChg chg="mod">
          <ac:chgData name="이지형" userId="3d4594d6552e6340" providerId="LiveId" clId="{3ED4B751-ADA3-494C-A2E1-BE61749B8E39}" dt="2018-02-18T17:34:06.737" v="577" actId="1076"/>
          <ac:spMkLst>
            <pc:docMk/>
            <pc:sldMk cId="1423313002" sldId="880"/>
            <ac:spMk id="16" creationId="{92D5312A-3694-4812-9631-00EB37CEE90B}"/>
          </ac:spMkLst>
        </pc:spChg>
        <pc:spChg chg="del">
          <ac:chgData name="이지형" userId="3d4594d6552e6340" providerId="LiveId" clId="{3ED4B751-ADA3-494C-A2E1-BE61749B8E39}" dt="2018-02-18T17:33:47.379" v="572"/>
          <ac:spMkLst>
            <pc:docMk/>
            <pc:sldMk cId="1423313002" sldId="880"/>
            <ac:spMk id="17" creationId="{E54F49BA-0FC4-4230-B355-FF14479F3F2A}"/>
          </ac:spMkLst>
        </pc:spChg>
        <pc:spChg chg="del">
          <ac:chgData name="이지형" userId="3d4594d6552e6340" providerId="LiveId" clId="{3ED4B751-ADA3-494C-A2E1-BE61749B8E39}" dt="2018-02-18T17:33:47.379" v="572"/>
          <ac:spMkLst>
            <pc:docMk/>
            <pc:sldMk cId="1423313002" sldId="880"/>
            <ac:spMk id="18" creationId="{6F1817A2-4657-4DBA-A6EA-290C8B328129}"/>
          </ac:spMkLst>
        </pc:spChg>
        <pc:spChg chg="del">
          <ac:chgData name="이지형" userId="3d4594d6552e6340" providerId="LiveId" clId="{3ED4B751-ADA3-494C-A2E1-BE61749B8E39}" dt="2018-02-18T17:33:47.379" v="572"/>
          <ac:spMkLst>
            <pc:docMk/>
            <pc:sldMk cId="1423313002" sldId="880"/>
            <ac:spMk id="19" creationId="{13A88CCE-73C4-4254-86C7-E80B89B422D0}"/>
          </ac:spMkLst>
        </pc:spChg>
        <pc:spChg chg="del">
          <ac:chgData name="이지형" userId="3d4594d6552e6340" providerId="LiveId" clId="{3ED4B751-ADA3-494C-A2E1-BE61749B8E39}" dt="2018-02-18T17:33:47.379" v="572"/>
          <ac:spMkLst>
            <pc:docMk/>
            <pc:sldMk cId="1423313002" sldId="880"/>
            <ac:spMk id="20" creationId="{D1CAEB60-3525-492D-BA91-B0F85EA43A6B}"/>
          </ac:spMkLst>
        </pc:spChg>
        <pc:picChg chg="mod ord">
          <ac:chgData name="이지형" userId="3d4594d6552e6340" providerId="LiveId" clId="{3ED4B751-ADA3-494C-A2E1-BE61749B8E39}" dt="2018-02-18T17:34:02.616" v="576" actId="1076"/>
          <ac:picMkLst>
            <pc:docMk/>
            <pc:sldMk cId="1423313002" sldId="880"/>
            <ac:picMk id="4" creationId="{F0C53DF8-9EA3-4FBD-AB90-58E3084F5483}"/>
          </ac:picMkLst>
        </pc:picChg>
      </pc:sldChg>
      <pc:sldChg chg="addSp delSp modSp add modAnim">
        <pc:chgData name="이지형" userId="3d4594d6552e6340" providerId="LiveId" clId="{3ED4B751-ADA3-494C-A2E1-BE61749B8E39}" dt="2018-02-18T17:39:00.559" v="651" actId="1076"/>
        <pc:sldMkLst>
          <pc:docMk/>
          <pc:sldMk cId="2808153013" sldId="880"/>
        </pc:sldMkLst>
        <pc:spChg chg="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5" creationId="{00000000-0000-0000-0000-000000000000}"/>
          </ac:spMkLst>
        </pc:spChg>
        <pc:spChg chg="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6" creationId="{00000000-0000-0000-0000-000000000000}"/>
          </ac:spMkLst>
        </pc:spChg>
        <pc:spChg chg="del">
          <ac:chgData name="이지형" userId="3d4594d6552e6340" providerId="LiveId" clId="{3ED4B751-ADA3-494C-A2E1-BE61749B8E39}" dt="2018-02-18T17:35:48.201" v="614" actId="478"/>
          <ac:spMkLst>
            <pc:docMk/>
            <pc:sldMk cId="2808153013" sldId="880"/>
            <ac:spMk id="10" creationId="{00000000-0000-0000-0000-000000000000}"/>
          </ac:spMkLst>
        </pc:spChg>
        <pc:spChg chg="del">
          <ac:chgData name="이지형" userId="3d4594d6552e6340" providerId="LiveId" clId="{3ED4B751-ADA3-494C-A2E1-BE61749B8E39}" dt="2018-02-18T17:35:16.992" v="597" actId="478"/>
          <ac:spMkLst>
            <pc:docMk/>
            <pc:sldMk cId="2808153013" sldId="880"/>
            <ac:spMk id="11" creationId="{00000000-0000-0000-0000-000000000000}"/>
          </ac:spMkLst>
        </pc:spChg>
        <pc:spChg chg="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12" creationId="{00000000-0000-0000-0000-000000000000}"/>
          </ac:spMkLst>
        </pc:spChg>
        <pc:spChg chg="add mod">
          <ac:chgData name="이지형" userId="3d4594d6552e6340" providerId="LiveId" clId="{3ED4B751-ADA3-494C-A2E1-BE61749B8E39}" dt="2018-02-18T17:34:53.171" v="587" actId="1076"/>
          <ac:spMkLst>
            <pc:docMk/>
            <pc:sldMk cId="2808153013" sldId="880"/>
            <ac:spMk id="13" creationId="{A25FA7E3-B9BC-4293-A2D0-6C84ED439AA6}"/>
          </ac:spMkLst>
        </pc:spChg>
        <pc:spChg chg="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14" creationId="{00000000-0000-0000-0000-000000000000}"/>
          </ac:spMkLst>
        </pc:spChg>
        <pc:spChg chg="del">
          <ac:chgData name="이지형" userId="3d4594d6552e6340" providerId="LiveId" clId="{3ED4B751-ADA3-494C-A2E1-BE61749B8E39}" dt="2018-02-18T17:34:34.259" v="584" actId="478"/>
          <ac:spMkLst>
            <pc:docMk/>
            <pc:sldMk cId="2808153013" sldId="880"/>
            <ac:spMk id="15" creationId="{C1362506-C353-4B5C-9993-61B7197EABE6}"/>
          </ac:spMkLst>
        </pc:spChg>
        <pc:spChg chg="del">
          <ac:chgData name="이지형" userId="3d4594d6552e6340" providerId="LiveId" clId="{3ED4B751-ADA3-494C-A2E1-BE61749B8E39}" dt="2018-02-18T17:34:34.259" v="584" actId="478"/>
          <ac:spMkLst>
            <pc:docMk/>
            <pc:sldMk cId="2808153013" sldId="880"/>
            <ac:spMk id="16" creationId="{92D5312A-3694-4812-9631-00EB37CEE90B}"/>
          </ac:spMkLst>
        </pc:spChg>
        <pc:spChg chg="add mod">
          <ac:chgData name="이지형" userId="3d4594d6552e6340" providerId="LiveId" clId="{3ED4B751-ADA3-494C-A2E1-BE61749B8E39}" dt="2018-02-18T17:34:55.703" v="588" actId="1076"/>
          <ac:spMkLst>
            <pc:docMk/>
            <pc:sldMk cId="2808153013" sldId="880"/>
            <ac:spMk id="17" creationId="{3F663D93-CDD7-4C46-8B62-5E87ED2F184D}"/>
          </ac:spMkLst>
        </pc:spChg>
        <pc:spChg chg="add mod ord">
          <ac:chgData name="이지형" userId="3d4594d6552e6340" providerId="LiveId" clId="{3ED4B751-ADA3-494C-A2E1-BE61749B8E39}" dt="2018-02-18T17:37:08.836" v="640" actId="167"/>
          <ac:spMkLst>
            <pc:docMk/>
            <pc:sldMk cId="2808153013" sldId="880"/>
            <ac:spMk id="18" creationId="{1A942DDA-690E-4410-9D3A-9344947A2D16}"/>
          </ac:spMkLst>
        </pc:spChg>
        <pc:spChg chg="add 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19" creationId="{A225D267-30B5-4F73-A6AC-BAF3E5B28DB2}"/>
          </ac:spMkLst>
        </pc:spChg>
        <pc:spChg chg="add 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20" creationId="{D232385F-59C4-4574-BF8A-330DF3AC24F1}"/>
          </ac:spMkLst>
        </pc:spChg>
        <pc:spChg chg="add 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21" creationId="{3F9D5F77-6DEA-42E0-A74E-33FD30B9EC0C}"/>
          </ac:spMkLst>
        </pc:spChg>
        <pc:spChg chg="add 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22" creationId="{F4A020A9-3476-4ACB-A3E8-6A1E6B4D4F5B}"/>
          </ac:spMkLst>
        </pc:spChg>
        <pc:spChg chg="add mod">
          <ac:chgData name="이지형" userId="3d4594d6552e6340" providerId="LiveId" clId="{3ED4B751-ADA3-494C-A2E1-BE61749B8E39}" dt="2018-02-18T17:37:20.889" v="641" actId="164"/>
          <ac:spMkLst>
            <pc:docMk/>
            <pc:sldMk cId="2808153013" sldId="880"/>
            <ac:spMk id="23" creationId="{2DDD1110-5329-4963-818C-E1B60C46A81D}"/>
          </ac:spMkLst>
        </pc:spChg>
        <pc:grpChg chg="add mod">
          <ac:chgData name="이지형" userId="3d4594d6552e6340" providerId="LiveId" clId="{3ED4B751-ADA3-494C-A2E1-BE61749B8E39}" dt="2018-02-18T17:39:00.559" v="651" actId="1076"/>
          <ac:grpSpMkLst>
            <pc:docMk/>
            <pc:sldMk cId="2808153013" sldId="880"/>
            <ac:grpSpMk id="7" creationId="{076E160A-08D2-413F-A541-D5E07EF1BBE2}"/>
          </ac:grpSpMkLst>
        </pc:grpChg>
        <pc:picChg chg="mod">
          <ac:chgData name="이지형" userId="3d4594d6552e6340" providerId="LiveId" clId="{3ED4B751-ADA3-494C-A2E1-BE61749B8E39}" dt="2018-02-18T17:35:00.754" v="590" actId="1076"/>
          <ac:picMkLst>
            <pc:docMk/>
            <pc:sldMk cId="2808153013" sldId="880"/>
            <ac:picMk id="4" creationId="{F0C53DF8-9EA3-4FBD-AB90-58E3084F5483}"/>
          </ac:picMkLst>
        </pc:picChg>
      </pc:sldChg>
      <pc:sldChg chg="add del">
        <pc:chgData name="이지형" userId="3d4594d6552e6340" providerId="LiveId" clId="{3ED4B751-ADA3-494C-A2E1-BE61749B8E39}" dt="2018-02-18T18:24:51.505" v="1083" actId="2696"/>
        <pc:sldMkLst>
          <pc:docMk/>
          <pc:sldMk cId="2804642744" sldId="881"/>
        </pc:sldMkLst>
      </pc:sldChg>
      <pc:sldChg chg="addSp delSp modSp add">
        <pc:chgData name="이지형" userId="3d4594d6552e6340" providerId="LiveId" clId="{3ED4B751-ADA3-494C-A2E1-BE61749B8E39}" dt="2018-02-18T17:42:57.117" v="698" actId="1076"/>
        <pc:sldMkLst>
          <pc:docMk/>
          <pc:sldMk cId="3502084082" sldId="882"/>
        </pc:sldMkLst>
        <pc:spChg chg="del">
          <ac:chgData name="이지형" userId="3d4594d6552e6340" providerId="LiveId" clId="{3ED4B751-ADA3-494C-A2E1-BE61749B8E39}" dt="2018-02-18T17:38:39.025" v="646" actId="478"/>
          <ac:spMkLst>
            <pc:docMk/>
            <pc:sldMk cId="3502084082" sldId="882"/>
            <ac:spMk id="5" creationId="{00000000-0000-0000-0000-000000000000}"/>
          </ac:spMkLst>
        </pc:spChg>
        <pc:spChg chg="del">
          <ac:chgData name="이지형" userId="3d4594d6552e6340" providerId="LiveId" clId="{3ED4B751-ADA3-494C-A2E1-BE61749B8E39}" dt="2018-02-18T17:38:39.025" v="646" actId="478"/>
          <ac:spMkLst>
            <pc:docMk/>
            <pc:sldMk cId="3502084082" sldId="882"/>
            <ac:spMk id="6" creationId="{00000000-0000-0000-0000-000000000000}"/>
          </ac:spMkLst>
        </pc:spChg>
        <pc:spChg chg="del">
          <ac:chgData name="이지형" userId="3d4594d6552e6340" providerId="LiveId" clId="{3ED4B751-ADA3-494C-A2E1-BE61749B8E39}" dt="2018-02-18T17:38:39.025" v="646" actId="478"/>
          <ac:spMkLst>
            <pc:docMk/>
            <pc:sldMk cId="3502084082" sldId="882"/>
            <ac:spMk id="10" creationId="{00000000-0000-0000-0000-000000000000}"/>
          </ac:spMkLst>
        </pc:spChg>
        <pc:spChg chg="del">
          <ac:chgData name="이지형" userId="3d4594d6552e6340" providerId="LiveId" clId="{3ED4B751-ADA3-494C-A2E1-BE61749B8E39}" dt="2018-02-18T17:38:39.025" v="646" actId="478"/>
          <ac:spMkLst>
            <pc:docMk/>
            <pc:sldMk cId="3502084082" sldId="882"/>
            <ac:spMk id="11" creationId="{00000000-0000-0000-0000-000000000000}"/>
          </ac:spMkLst>
        </pc:spChg>
        <pc:spChg chg="del">
          <ac:chgData name="이지형" userId="3d4594d6552e6340" providerId="LiveId" clId="{3ED4B751-ADA3-494C-A2E1-BE61749B8E39}" dt="2018-02-18T17:38:39.025" v="646" actId="478"/>
          <ac:spMkLst>
            <pc:docMk/>
            <pc:sldMk cId="3502084082" sldId="882"/>
            <ac:spMk id="12" creationId="{00000000-0000-0000-0000-000000000000}"/>
          </ac:spMkLst>
        </pc:spChg>
        <pc:spChg chg="del mod">
          <ac:chgData name="이지형" userId="3d4594d6552e6340" providerId="LiveId" clId="{3ED4B751-ADA3-494C-A2E1-BE61749B8E39}" dt="2018-02-18T17:42:33.212" v="691" actId="478"/>
          <ac:spMkLst>
            <pc:docMk/>
            <pc:sldMk cId="3502084082" sldId="882"/>
            <ac:spMk id="14" creationId="{00000000-0000-0000-0000-000000000000}"/>
          </ac:spMkLst>
        </pc:spChg>
        <pc:spChg chg="del">
          <ac:chgData name="이지형" userId="3d4594d6552e6340" providerId="LiveId" clId="{3ED4B751-ADA3-494C-A2E1-BE61749B8E39}" dt="2018-02-18T17:38:39.025" v="646" actId="478"/>
          <ac:spMkLst>
            <pc:docMk/>
            <pc:sldMk cId="3502084082" sldId="882"/>
            <ac:spMk id="15" creationId="{C1362506-C353-4B5C-9993-61B7197EABE6}"/>
          </ac:spMkLst>
        </pc:spChg>
        <pc:spChg chg="del">
          <ac:chgData name="이지형" userId="3d4594d6552e6340" providerId="LiveId" clId="{3ED4B751-ADA3-494C-A2E1-BE61749B8E39}" dt="2018-02-18T17:38:39.025" v="646" actId="478"/>
          <ac:spMkLst>
            <pc:docMk/>
            <pc:sldMk cId="3502084082" sldId="882"/>
            <ac:spMk id="16" creationId="{92D5312A-3694-4812-9631-00EB37CEE90B}"/>
          </ac:spMkLst>
        </pc:spChg>
        <pc:spChg chg="del mod">
          <ac:chgData name="이지형" userId="3d4594d6552e6340" providerId="LiveId" clId="{3ED4B751-ADA3-494C-A2E1-BE61749B8E39}" dt="2018-02-18T17:42:30.999" v="690"/>
          <ac:spMkLst>
            <pc:docMk/>
            <pc:sldMk cId="3502084082" sldId="882"/>
            <ac:spMk id="17" creationId="{E54F49BA-0FC4-4230-B355-FF14479F3F2A}"/>
          </ac:spMkLst>
        </pc:spChg>
        <pc:spChg chg="mod">
          <ac:chgData name="이지형" userId="3d4594d6552e6340" providerId="LiveId" clId="{3ED4B751-ADA3-494C-A2E1-BE61749B8E39}" dt="2018-02-18T17:42:57.117" v="698" actId="1076"/>
          <ac:spMkLst>
            <pc:docMk/>
            <pc:sldMk cId="3502084082" sldId="882"/>
            <ac:spMk id="18" creationId="{6F1817A2-4657-4DBA-A6EA-290C8B328129}"/>
          </ac:spMkLst>
        </pc:spChg>
        <pc:spChg chg="mod">
          <ac:chgData name="이지형" userId="3d4594d6552e6340" providerId="LiveId" clId="{3ED4B751-ADA3-494C-A2E1-BE61749B8E39}" dt="2018-02-18T17:42:57.117" v="698" actId="1076"/>
          <ac:spMkLst>
            <pc:docMk/>
            <pc:sldMk cId="3502084082" sldId="882"/>
            <ac:spMk id="19" creationId="{13A88CCE-73C4-4254-86C7-E80B89B422D0}"/>
          </ac:spMkLst>
        </pc:spChg>
        <pc:spChg chg="mod">
          <ac:chgData name="이지형" userId="3d4594d6552e6340" providerId="LiveId" clId="{3ED4B751-ADA3-494C-A2E1-BE61749B8E39}" dt="2018-02-18T17:42:57.117" v="698" actId="1076"/>
          <ac:spMkLst>
            <pc:docMk/>
            <pc:sldMk cId="3502084082" sldId="882"/>
            <ac:spMk id="20" creationId="{D1CAEB60-3525-492D-BA91-B0F85EA43A6B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1" creationId="{0B6D5264-4F49-412E-BA2E-273F9A7758E1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2" creationId="{A214E9F8-1741-4ABF-814E-49B955E9F9BD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3" creationId="{74B9C046-411B-4BD4-8E8C-91F7BBC6FFDF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4" creationId="{84A5BBCA-8DC1-4997-9E62-FA593C1EB783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5" creationId="{8FDC1C9C-845E-4138-B3D9-D0EC9459C678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6" creationId="{AEAFE77A-DDD0-441D-BBC7-D7E60E9B55C5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7" creationId="{9554AC08-F0D1-473B-88F0-9637218ADCA5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8" creationId="{3A5CE62D-C224-4205-A87B-3C7222CE67B1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29" creationId="{970C1C3E-95D1-465A-8A1F-6366E2F66D9E}"/>
          </ac:spMkLst>
        </pc:spChg>
        <pc:spChg chg="add mod">
          <ac:chgData name="이지형" userId="3d4594d6552e6340" providerId="LiveId" clId="{3ED4B751-ADA3-494C-A2E1-BE61749B8E39}" dt="2018-02-18T17:38:28.373" v="645" actId="571"/>
          <ac:spMkLst>
            <pc:docMk/>
            <pc:sldMk cId="3502084082" sldId="882"/>
            <ac:spMk id="30" creationId="{4ADA3AA7-AB70-464A-9E4D-EB72A8E6D3E7}"/>
          </ac:spMkLst>
        </pc:spChg>
        <pc:spChg chg="add mod ord">
          <ac:chgData name="이지형" userId="3d4594d6552e6340" providerId="LiveId" clId="{3ED4B751-ADA3-494C-A2E1-BE61749B8E39}" dt="2018-02-18T17:42:57.117" v="698" actId="1076"/>
          <ac:spMkLst>
            <pc:docMk/>
            <pc:sldMk cId="3502084082" sldId="882"/>
            <ac:spMk id="31" creationId="{BE1879CB-9EFE-45FA-8E6E-7CF74CEE56F2}"/>
          </ac:spMkLst>
        </pc:spChg>
      </pc:sldChg>
      <pc:sldChg chg="addSp delSp modSp add">
        <pc:chgData name="이지형" userId="3d4594d6552e6340" providerId="LiveId" clId="{3ED4B751-ADA3-494C-A2E1-BE61749B8E39}" dt="2018-02-18T18:23:34.476" v="1081" actId="20577"/>
        <pc:sldMkLst>
          <pc:docMk/>
          <pc:sldMk cId="1728365998" sldId="883"/>
        </pc:sldMkLst>
        <pc:spChg chg="del">
          <ac:chgData name="이지형" userId="3d4594d6552e6340" providerId="LiveId" clId="{3ED4B751-ADA3-494C-A2E1-BE61749B8E39}" dt="2018-02-18T17:51:16.021" v="702" actId="478"/>
          <ac:spMkLst>
            <pc:docMk/>
            <pc:sldMk cId="1728365998" sldId="883"/>
            <ac:spMk id="4" creationId="{16121BFD-C70A-48CA-8FB1-71D8F9A07B6F}"/>
          </ac:spMkLst>
        </pc:spChg>
        <pc:spChg chg="del">
          <ac:chgData name="이지형" userId="3d4594d6552e6340" providerId="LiveId" clId="{3ED4B751-ADA3-494C-A2E1-BE61749B8E39}" dt="2018-02-18T17:51:12.531" v="700" actId="478"/>
          <ac:spMkLst>
            <pc:docMk/>
            <pc:sldMk cId="1728365998" sldId="883"/>
            <ac:spMk id="5" creationId="{5E1988CA-D70F-4006-A481-8EEC5DAE92F4}"/>
          </ac:spMkLst>
        </pc:spChg>
        <pc:spChg chg="del">
          <ac:chgData name="이지형" userId="3d4594d6552e6340" providerId="LiveId" clId="{3ED4B751-ADA3-494C-A2E1-BE61749B8E39}" dt="2018-02-18T17:51:44.335" v="708" actId="478"/>
          <ac:spMkLst>
            <pc:docMk/>
            <pc:sldMk cId="1728365998" sldId="883"/>
            <ac:spMk id="6" creationId="{9EEFD616-EB0D-4180-A906-AB336879D034}"/>
          </ac:spMkLst>
        </pc:spChg>
        <pc:spChg chg="add mod">
          <ac:chgData name="이지형" userId="3d4594d6552e6340" providerId="LiveId" clId="{3ED4B751-ADA3-494C-A2E1-BE61749B8E39}" dt="2018-02-18T18:22:51.116" v="1069" actId="20577"/>
          <ac:spMkLst>
            <pc:docMk/>
            <pc:sldMk cId="1728365998" sldId="883"/>
            <ac:spMk id="7" creationId="{44E5F9D8-D8DB-4C6E-BE79-F9715D30BB8B}"/>
          </ac:spMkLst>
        </pc:spChg>
        <pc:spChg chg="del">
          <ac:chgData name="이지형" userId="3d4594d6552e6340" providerId="LiveId" clId="{3ED4B751-ADA3-494C-A2E1-BE61749B8E39}" dt="2018-02-18T17:51:14.132" v="701" actId="478"/>
          <ac:spMkLst>
            <pc:docMk/>
            <pc:sldMk cId="1728365998" sldId="883"/>
            <ac:spMk id="10" creationId="{1310F992-40EF-407A-B306-91B4E6DC460C}"/>
          </ac:spMkLst>
        </pc:spChg>
        <pc:spChg chg="del">
          <ac:chgData name="이지형" userId="3d4594d6552e6340" providerId="LiveId" clId="{3ED4B751-ADA3-494C-A2E1-BE61749B8E39}" dt="2018-02-18T17:51:44.335" v="708" actId="478"/>
          <ac:spMkLst>
            <pc:docMk/>
            <pc:sldMk cId="1728365998" sldId="883"/>
            <ac:spMk id="11" creationId="{1D95FD20-2283-43FA-90DE-D7795A86ED80}"/>
          </ac:spMkLst>
        </pc:spChg>
        <pc:spChg chg="del">
          <ac:chgData name="이지형" userId="3d4594d6552e6340" providerId="LiveId" clId="{3ED4B751-ADA3-494C-A2E1-BE61749B8E39}" dt="2018-02-18T17:51:44.335" v="708" actId="478"/>
          <ac:spMkLst>
            <pc:docMk/>
            <pc:sldMk cId="1728365998" sldId="883"/>
            <ac:spMk id="12" creationId="{738D7E0F-5370-4EC5-A6AC-D65B0154B1BB}"/>
          </ac:spMkLst>
        </pc:spChg>
        <pc:spChg chg="add mod">
          <ac:chgData name="이지형" userId="3d4594d6552e6340" providerId="LiveId" clId="{3ED4B751-ADA3-494C-A2E1-BE61749B8E39}" dt="2018-02-18T18:21:32.659" v="1049" actId="20577"/>
          <ac:spMkLst>
            <pc:docMk/>
            <pc:sldMk cId="1728365998" sldId="883"/>
            <ac:spMk id="13" creationId="{544D8A10-9EE7-4A95-90D6-DDD2479A5819}"/>
          </ac:spMkLst>
        </pc:spChg>
        <pc:spChg chg="add mod">
          <ac:chgData name="이지형" userId="3d4594d6552e6340" providerId="LiveId" clId="{3ED4B751-ADA3-494C-A2E1-BE61749B8E39}" dt="2018-02-18T18:23:27.526" v="1079" actId="20577"/>
          <ac:spMkLst>
            <pc:docMk/>
            <pc:sldMk cId="1728365998" sldId="883"/>
            <ac:spMk id="14" creationId="{24A0FA7F-0486-4E37-B059-DFA7CD453653}"/>
          </ac:spMkLst>
        </pc:spChg>
        <pc:spChg chg="add mod">
          <ac:chgData name="이지형" userId="3d4594d6552e6340" providerId="LiveId" clId="{3ED4B751-ADA3-494C-A2E1-BE61749B8E39}" dt="2018-02-18T18:23:16.008" v="1076" actId="1038"/>
          <ac:spMkLst>
            <pc:docMk/>
            <pc:sldMk cId="1728365998" sldId="883"/>
            <ac:spMk id="15" creationId="{5383CCF4-1042-4877-AC38-3A5C23291EAB}"/>
          </ac:spMkLst>
        </pc:spChg>
        <pc:spChg chg="add mod">
          <ac:chgData name="이지형" userId="3d4594d6552e6340" providerId="LiveId" clId="{3ED4B751-ADA3-494C-A2E1-BE61749B8E39}" dt="2018-02-18T18:23:07.674" v="1073" actId="20577"/>
          <ac:spMkLst>
            <pc:docMk/>
            <pc:sldMk cId="1728365998" sldId="883"/>
            <ac:spMk id="16" creationId="{2A8C3E24-A028-4259-916F-2810DD20522E}"/>
          </ac:spMkLst>
        </pc:spChg>
        <pc:spChg chg="add del">
          <ac:chgData name="이지형" userId="3d4594d6552e6340" providerId="LiveId" clId="{3ED4B751-ADA3-494C-A2E1-BE61749B8E39}" dt="2018-02-18T17:55:14.633" v="754"/>
          <ac:spMkLst>
            <pc:docMk/>
            <pc:sldMk cId="1728365998" sldId="883"/>
            <ac:spMk id="17" creationId="{7630BAAA-BBDA-436C-ADD0-69B24CD06DAC}"/>
          </ac:spMkLst>
        </pc:spChg>
        <pc:spChg chg="add mod">
          <ac:chgData name="이지형" userId="3d4594d6552e6340" providerId="LiveId" clId="{3ED4B751-ADA3-494C-A2E1-BE61749B8E39}" dt="2018-02-18T18:22:55.365" v="1070" actId="20577"/>
          <ac:spMkLst>
            <pc:docMk/>
            <pc:sldMk cId="1728365998" sldId="883"/>
            <ac:spMk id="18" creationId="{F3AFA8E7-0DB1-44F3-95AF-19E301E59E80}"/>
          </ac:spMkLst>
        </pc:spChg>
        <pc:spChg chg="add mod">
          <ac:chgData name="이지형" userId="3d4594d6552e6340" providerId="LiveId" clId="{3ED4B751-ADA3-494C-A2E1-BE61749B8E39}" dt="2018-02-18T18:23:04.705" v="1072" actId="20577"/>
          <ac:spMkLst>
            <pc:docMk/>
            <pc:sldMk cId="1728365998" sldId="883"/>
            <ac:spMk id="19" creationId="{FD1E31A9-E821-455B-8919-19A787265598}"/>
          </ac:spMkLst>
        </pc:spChg>
        <pc:spChg chg="add mod">
          <ac:chgData name="이지형" userId="3d4594d6552e6340" providerId="LiveId" clId="{3ED4B751-ADA3-494C-A2E1-BE61749B8E39}" dt="2018-02-18T18:23:31.524" v="1080" actId="20577"/>
          <ac:spMkLst>
            <pc:docMk/>
            <pc:sldMk cId="1728365998" sldId="883"/>
            <ac:spMk id="20" creationId="{7218A336-17EC-4606-890C-3BB72D163175}"/>
          </ac:spMkLst>
        </pc:spChg>
        <pc:spChg chg="add mod">
          <ac:chgData name="이지형" userId="3d4594d6552e6340" providerId="LiveId" clId="{3ED4B751-ADA3-494C-A2E1-BE61749B8E39}" dt="2018-02-18T18:22:02.741" v="1061" actId="1038"/>
          <ac:spMkLst>
            <pc:docMk/>
            <pc:sldMk cId="1728365998" sldId="883"/>
            <ac:spMk id="21" creationId="{58897CD8-6492-46D1-A699-C7398A139D05}"/>
          </ac:spMkLst>
        </pc:spChg>
        <pc:spChg chg="add mod">
          <ac:chgData name="이지형" userId="3d4594d6552e6340" providerId="LiveId" clId="{3ED4B751-ADA3-494C-A2E1-BE61749B8E39}" dt="2018-02-18T18:23:34.476" v="1081" actId="20577"/>
          <ac:spMkLst>
            <pc:docMk/>
            <pc:sldMk cId="1728365998" sldId="883"/>
            <ac:spMk id="22" creationId="{27D73554-970E-4AA1-A4D7-3E018E5BCEE0}"/>
          </ac:spMkLst>
        </pc:spChg>
      </pc:sldChg>
      <pc:sldChg chg="addSp delSp modSp add">
        <pc:chgData name="이지형" userId="3d4594d6552e6340" providerId="LiveId" clId="{3ED4B751-ADA3-494C-A2E1-BE61749B8E39}" dt="2018-02-18T18:25:46.344" v="1127"/>
        <pc:sldMkLst>
          <pc:docMk/>
          <pc:sldMk cId="411566991" sldId="884"/>
        </pc:sldMkLst>
        <pc:spChg chg="del">
          <ac:chgData name="이지형" userId="3d4594d6552e6340" providerId="LiveId" clId="{3ED4B751-ADA3-494C-A2E1-BE61749B8E39}" dt="2018-02-18T18:04:16.474" v="855" actId="478"/>
          <ac:spMkLst>
            <pc:docMk/>
            <pc:sldMk cId="411566991" sldId="884"/>
            <ac:spMk id="4" creationId="{16121BFD-C70A-48CA-8FB1-71D8F9A07B6F}"/>
          </ac:spMkLst>
        </pc:spChg>
        <pc:spChg chg="mod">
          <ac:chgData name="이지형" userId="3d4594d6552e6340" providerId="LiveId" clId="{3ED4B751-ADA3-494C-A2E1-BE61749B8E39}" dt="2018-02-18T18:25:31.890" v="1086" actId="1076"/>
          <ac:spMkLst>
            <pc:docMk/>
            <pc:sldMk cId="411566991" sldId="884"/>
            <ac:spMk id="5" creationId="{5E1988CA-D70F-4006-A481-8EEC5DAE92F4}"/>
          </ac:spMkLst>
        </pc:spChg>
        <pc:spChg chg="mod">
          <ac:chgData name="이지형" userId="3d4594d6552e6340" providerId="LiveId" clId="{3ED4B751-ADA3-494C-A2E1-BE61749B8E39}" dt="2018-02-18T18:25:31.890" v="1086" actId="1076"/>
          <ac:spMkLst>
            <pc:docMk/>
            <pc:sldMk cId="411566991" sldId="884"/>
            <ac:spMk id="6" creationId="{9EEFD616-EB0D-4180-A906-AB336879D034}"/>
          </ac:spMkLst>
        </pc:spChg>
        <pc:spChg chg="add mod">
          <ac:chgData name="이지형" userId="3d4594d6552e6340" providerId="LiveId" clId="{3ED4B751-ADA3-494C-A2E1-BE61749B8E39}" dt="2018-02-18T18:25:46.344" v="1127"/>
          <ac:spMkLst>
            <pc:docMk/>
            <pc:sldMk cId="411566991" sldId="884"/>
            <ac:spMk id="7" creationId="{2E99854A-6827-46DB-B403-650A088C36B0}"/>
          </ac:spMkLst>
        </pc:spChg>
        <pc:spChg chg="mod">
          <ac:chgData name="이지형" userId="3d4594d6552e6340" providerId="LiveId" clId="{3ED4B751-ADA3-494C-A2E1-BE61749B8E39}" dt="2018-02-18T18:25:31.890" v="1086" actId="1076"/>
          <ac:spMkLst>
            <pc:docMk/>
            <pc:sldMk cId="411566991" sldId="884"/>
            <ac:spMk id="10" creationId="{1310F992-40EF-407A-B306-91B4E6DC460C}"/>
          </ac:spMkLst>
        </pc:spChg>
        <pc:spChg chg="mod">
          <ac:chgData name="이지형" userId="3d4594d6552e6340" providerId="LiveId" clId="{3ED4B751-ADA3-494C-A2E1-BE61749B8E39}" dt="2018-02-18T18:25:31.890" v="1086" actId="1076"/>
          <ac:spMkLst>
            <pc:docMk/>
            <pc:sldMk cId="411566991" sldId="884"/>
            <ac:spMk id="11" creationId="{1D95FD20-2283-43FA-90DE-D7795A86ED80}"/>
          </ac:spMkLst>
        </pc:spChg>
        <pc:spChg chg="mod">
          <ac:chgData name="이지형" userId="3d4594d6552e6340" providerId="LiveId" clId="{3ED4B751-ADA3-494C-A2E1-BE61749B8E39}" dt="2018-02-18T18:25:31.890" v="1086" actId="1076"/>
          <ac:spMkLst>
            <pc:docMk/>
            <pc:sldMk cId="411566991" sldId="884"/>
            <ac:spMk id="12" creationId="{738D7E0F-5370-4EC5-A6AC-D65B0154B1BB}"/>
          </ac:spMkLst>
        </pc:spChg>
      </pc:sldChg>
      <pc:sldChg chg="addSp delSp modSp add">
        <pc:chgData name="이지형" userId="3d4594d6552e6340" providerId="LiveId" clId="{3ED4B751-ADA3-494C-A2E1-BE61749B8E39}" dt="2018-02-18T18:09:19.996" v="926" actId="20577"/>
        <pc:sldMkLst>
          <pc:docMk/>
          <pc:sldMk cId="2428573060" sldId="885"/>
        </pc:sldMkLst>
        <pc:spChg chg="mod">
          <ac:chgData name="이지형" userId="3d4594d6552e6340" providerId="LiveId" clId="{3ED4B751-ADA3-494C-A2E1-BE61749B8E39}" dt="2018-02-18T18:05:33.882" v="872" actId="1076"/>
          <ac:spMkLst>
            <pc:docMk/>
            <pc:sldMk cId="2428573060" sldId="885"/>
            <ac:spMk id="5" creationId="{00000000-0000-0000-0000-000000000000}"/>
          </ac:spMkLst>
        </pc:spChg>
        <pc:spChg chg="del">
          <ac:chgData name="이지형" userId="3d4594d6552e6340" providerId="LiveId" clId="{3ED4B751-ADA3-494C-A2E1-BE61749B8E39}" dt="2018-02-18T18:04:47.747" v="868" actId="478"/>
          <ac:spMkLst>
            <pc:docMk/>
            <pc:sldMk cId="2428573060" sldId="885"/>
            <ac:spMk id="6" creationId="{00000000-0000-0000-0000-000000000000}"/>
          </ac:spMkLst>
        </pc:spChg>
        <pc:spChg chg="mod">
          <ac:chgData name="이지형" userId="3d4594d6552e6340" providerId="LiveId" clId="{3ED4B751-ADA3-494C-A2E1-BE61749B8E39}" dt="2018-02-18T18:05:33.882" v="872" actId="1076"/>
          <ac:spMkLst>
            <pc:docMk/>
            <pc:sldMk cId="2428573060" sldId="885"/>
            <ac:spMk id="10" creationId="{00000000-0000-0000-0000-000000000000}"/>
          </ac:spMkLst>
        </pc:spChg>
        <pc:spChg chg="del">
          <ac:chgData name="이지형" userId="3d4594d6552e6340" providerId="LiveId" clId="{3ED4B751-ADA3-494C-A2E1-BE61749B8E39}" dt="2018-02-18T18:04:50.458" v="870" actId="478"/>
          <ac:spMkLst>
            <pc:docMk/>
            <pc:sldMk cId="2428573060" sldId="885"/>
            <ac:spMk id="11" creationId="{00000000-0000-0000-0000-000000000000}"/>
          </ac:spMkLst>
        </pc:spChg>
        <pc:spChg chg="del">
          <ac:chgData name="이지형" userId="3d4594d6552e6340" providerId="LiveId" clId="{3ED4B751-ADA3-494C-A2E1-BE61749B8E39}" dt="2018-02-18T18:04:49.524" v="869" actId="478"/>
          <ac:spMkLst>
            <pc:docMk/>
            <pc:sldMk cId="2428573060" sldId="885"/>
            <ac:spMk id="12" creationId="{00000000-0000-0000-0000-000000000000}"/>
          </ac:spMkLst>
        </pc:spChg>
        <pc:spChg chg="del">
          <ac:chgData name="이지형" userId="3d4594d6552e6340" providerId="LiveId" clId="{3ED4B751-ADA3-494C-A2E1-BE61749B8E39}" dt="2018-02-18T18:05:04.250" v="871" actId="478"/>
          <ac:spMkLst>
            <pc:docMk/>
            <pc:sldMk cId="2428573060" sldId="885"/>
            <ac:spMk id="14" creationId="{00000000-0000-0000-0000-000000000000}"/>
          </ac:spMkLst>
        </pc:spChg>
        <pc:spChg chg="del">
          <ac:chgData name="이지형" userId="3d4594d6552e6340" providerId="LiveId" clId="{3ED4B751-ADA3-494C-A2E1-BE61749B8E39}" dt="2018-02-18T18:04:46.604" v="867" actId="478"/>
          <ac:spMkLst>
            <pc:docMk/>
            <pc:sldMk cId="2428573060" sldId="885"/>
            <ac:spMk id="15" creationId="{C1362506-C353-4B5C-9993-61B7197EABE6}"/>
          </ac:spMkLst>
        </pc:spChg>
        <pc:spChg chg="del">
          <ac:chgData name="이지형" userId="3d4594d6552e6340" providerId="LiveId" clId="{3ED4B751-ADA3-494C-A2E1-BE61749B8E39}" dt="2018-02-18T18:04:44.843" v="866" actId="478"/>
          <ac:spMkLst>
            <pc:docMk/>
            <pc:sldMk cId="2428573060" sldId="885"/>
            <ac:spMk id="16" creationId="{92D5312A-3694-4812-9631-00EB37CEE90B}"/>
          </ac:spMkLst>
        </pc:spChg>
        <pc:spChg chg="mod">
          <ac:chgData name="이지형" userId="3d4594d6552e6340" providerId="LiveId" clId="{3ED4B751-ADA3-494C-A2E1-BE61749B8E39}" dt="2018-02-18T18:09:19.996" v="926" actId="20577"/>
          <ac:spMkLst>
            <pc:docMk/>
            <pc:sldMk cId="2428573060" sldId="885"/>
            <ac:spMk id="17" creationId="{E54F49BA-0FC4-4230-B355-FF14479F3F2A}"/>
          </ac:spMkLst>
        </pc:spChg>
        <pc:spChg chg="mod">
          <ac:chgData name="이지형" userId="3d4594d6552e6340" providerId="LiveId" clId="{3ED4B751-ADA3-494C-A2E1-BE61749B8E39}" dt="2018-02-18T18:05:33.882" v="872" actId="1076"/>
          <ac:spMkLst>
            <pc:docMk/>
            <pc:sldMk cId="2428573060" sldId="885"/>
            <ac:spMk id="18" creationId="{6F1817A2-4657-4DBA-A6EA-290C8B328129}"/>
          </ac:spMkLst>
        </pc:spChg>
        <pc:spChg chg="mod">
          <ac:chgData name="이지형" userId="3d4594d6552e6340" providerId="LiveId" clId="{3ED4B751-ADA3-494C-A2E1-BE61749B8E39}" dt="2018-02-18T18:05:33.882" v="872" actId="1076"/>
          <ac:spMkLst>
            <pc:docMk/>
            <pc:sldMk cId="2428573060" sldId="885"/>
            <ac:spMk id="19" creationId="{13A88CCE-73C4-4254-86C7-E80B89B422D0}"/>
          </ac:spMkLst>
        </pc:spChg>
        <pc:spChg chg="mod">
          <ac:chgData name="이지형" userId="3d4594d6552e6340" providerId="LiveId" clId="{3ED4B751-ADA3-494C-A2E1-BE61749B8E39}" dt="2018-02-18T18:05:33.882" v="872" actId="1076"/>
          <ac:spMkLst>
            <pc:docMk/>
            <pc:sldMk cId="2428573060" sldId="885"/>
            <ac:spMk id="20" creationId="{D1CAEB60-3525-492D-BA91-B0F85EA43A6B}"/>
          </ac:spMkLst>
        </pc:spChg>
        <pc:spChg chg="add mod">
          <ac:chgData name="이지형" userId="3d4594d6552e6340" providerId="LiveId" clId="{3ED4B751-ADA3-494C-A2E1-BE61749B8E39}" dt="2018-02-18T18:08:26.046" v="919" actId="1076"/>
          <ac:spMkLst>
            <pc:docMk/>
            <pc:sldMk cId="2428573060" sldId="885"/>
            <ac:spMk id="21" creationId="{CFF7E69C-D905-42D3-9C16-20FD1BB3A71D}"/>
          </ac:spMkLst>
        </pc:spChg>
        <pc:spChg chg="add mod">
          <ac:chgData name="이지형" userId="3d4594d6552e6340" providerId="LiveId" clId="{3ED4B751-ADA3-494C-A2E1-BE61749B8E39}" dt="2018-02-18T18:08:29.417" v="921" actId="1076"/>
          <ac:spMkLst>
            <pc:docMk/>
            <pc:sldMk cId="2428573060" sldId="885"/>
            <ac:spMk id="22" creationId="{4896193E-D124-4E2F-B0E3-65787062F0DC}"/>
          </ac:spMkLst>
        </pc:spChg>
        <pc:spChg chg="add mod">
          <ac:chgData name="이지형" userId="3d4594d6552e6340" providerId="LiveId" clId="{3ED4B751-ADA3-494C-A2E1-BE61749B8E39}" dt="2018-02-18T18:08:33.028" v="923" actId="1076"/>
          <ac:spMkLst>
            <pc:docMk/>
            <pc:sldMk cId="2428573060" sldId="885"/>
            <ac:spMk id="23" creationId="{FF6CCD00-3C8E-43E4-AC7D-BA2F220D6365}"/>
          </ac:spMkLst>
        </pc:spChg>
      </pc:sldChg>
      <pc:sldChg chg="addSp delSp modSp add">
        <pc:chgData name="이지형" userId="3d4594d6552e6340" providerId="LiveId" clId="{3ED4B751-ADA3-494C-A2E1-BE61749B8E39}" dt="2018-02-18T18:25:05.559" v="1084" actId="1076"/>
        <pc:sldMkLst>
          <pc:docMk/>
          <pc:sldMk cId="3198869640" sldId="886"/>
        </pc:sldMkLst>
        <pc:spChg chg="mod ord">
          <ac:chgData name="이지형" userId="3d4594d6552e6340" providerId="LiveId" clId="{3ED4B751-ADA3-494C-A2E1-BE61749B8E39}" dt="2018-02-18T18:25:05.559" v="1084" actId="1076"/>
          <ac:spMkLst>
            <pc:docMk/>
            <pc:sldMk cId="3198869640" sldId="886"/>
            <ac:spMk id="5" creationId="{00000000-0000-0000-0000-000000000000}"/>
          </ac:spMkLst>
        </pc:spChg>
        <pc:spChg chg="del mod">
          <ac:chgData name="이지형" userId="3d4594d6552e6340" providerId="LiveId" clId="{3ED4B751-ADA3-494C-A2E1-BE61749B8E39}" dt="2018-02-18T18:08:04.066" v="911" actId="478"/>
          <ac:spMkLst>
            <pc:docMk/>
            <pc:sldMk cId="3198869640" sldId="886"/>
            <ac:spMk id="10" creationId="{00000000-0000-0000-0000-000000000000}"/>
          </ac:spMkLst>
        </pc:spChg>
        <pc:spChg chg="add mod">
          <ac:chgData name="이지형" userId="3d4594d6552e6340" providerId="LiveId" clId="{3ED4B751-ADA3-494C-A2E1-BE61749B8E39}" dt="2018-02-18T18:25:05.559" v="1084" actId="1076"/>
          <ac:spMkLst>
            <pc:docMk/>
            <pc:sldMk cId="3198869640" sldId="886"/>
            <ac:spMk id="11" creationId="{8F3BBB10-88A9-48C7-B3C7-4568BB6C5A8D}"/>
          </ac:spMkLst>
        </pc:spChg>
        <pc:spChg chg="add mod">
          <ac:chgData name="이지형" userId="3d4594d6552e6340" providerId="LiveId" clId="{3ED4B751-ADA3-494C-A2E1-BE61749B8E39}" dt="2018-02-18T18:25:05.559" v="1084" actId="1076"/>
          <ac:spMkLst>
            <pc:docMk/>
            <pc:sldMk cId="3198869640" sldId="886"/>
            <ac:spMk id="12" creationId="{BF1EC0AA-45F9-4DD2-879D-30D37F883121}"/>
          </ac:spMkLst>
        </pc:spChg>
        <pc:spChg chg="mod">
          <ac:chgData name="이지형" userId="3d4594d6552e6340" providerId="LiveId" clId="{3ED4B751-ADA3-494C-A2E1-BE61749B8E39}" dt="2018-02-18T18:09:30.086" v="929" actId="20577"/>
          <ac:spMkLst>
            <pc:docMk/>
            <pc:sldMk cId="3198869640" sldId="886"/>
            <ac:spMk id="17" creationId="{E54F49BA-0FC4-4230-B355-FF14479F3F2A}"/>
          </ac:spMkLst>
        </pc:spChg>
        <pc:spChg chg="mod">
          <ac:chgData name="이지형" userId="3d4594d6552e6340" providerId="LiveId" clId="{3ED4B751-ADA3-494C-A2E1-BE61749B8E39}" dt="2018-02-18T18:12:33.919" v="944" actId="20577"/>
          <ac:spMkLst>
            <pc:docMk/>
            <pc:sldMk cId="3198869640" sldId="886"/>
            <ac:spMk id="18" creationId="{6F1817A2-4657-4DBA-A6EA-290C8B328129}"/>
          </ac:spMkLst>
        </pc:spChg>
        <pc:spChg chg="mod">
          <ac:chgData name="이지형" userId="3d4594d6552e6340" providerId="LiveId" clId="{3ED4B751-ADA3-494C-A2E1-BE61749B8E39}" dt="2018-02-18T18:12:40.984" v="945"/>
          <ac:spMkLst>
            <pc:docMk/>
            <pc:sldMk cId="3198869640" sldId="886"/>
            <ac:spMk id="19" creationId="{13A88CCE-73C4-4254-86C7-E80B89B422D0}"/>
          </ac:spMkLst>
        </pc:spChg>
        <pc:spChg chg="mod">
          <ac:chgData name="이지형" userId="3d4594d6552e6340" providerId="LiveId" clId="{3ED4B751-ADA3-494C-A2E1-BE61749B8E39}" dt="2018-02-18T18:12:42.879" v="946"/>
          <ac:spMkLst>
            <pc:docMk/>
            <pc:sldMk cId="3198869640" sldId="886"/>
            <ac:spMk id="20" creationId="{D1CAEB60-3525-492D-BA91-B0F85EA43A6B}"/>
          </ac:spMkLst>
        </pc:spChg>
      </pc:sldChg>
      <pc:sldChg chg="delSp add del">
        <pc:chgData name="이지형" userId="3d4594d6552e6340" providerId="LiveId" clId="{3ED4B751-ADA3-494C-A2E1-BE61749B8E39}" dt="2018-02-18T18:12:58.219" v="948" actId="2696"/>
        <pc:sldMkLst>
          <pc:docMk/>
          <pc:sldMk cId="772420029" sldId="887"/>
        </pc:sldMkLst>
        <pc:spChg chg="del">
          <ac:chgData name="이지형" userId="3d4594d6552e6340" providerId="LiveId" clId="{3ED4B751-ADA3-494C-A2E1-BE61749B8E39}" dt="2018-02-18T18:10:03.817" v="931" actId="478"/>
          <ac:spMkLst>
            <pc:docMk/>
            <pc:sldMk cId="772420029" sldId="887"/>
            <ac:spMk id="5" creationId="{00000000-0000-0000-0000-000000000000}"/>
          </ac:spMkLst>
        </pc:spChg>
        <pc:spChg chg="del">
          <ac:chgData name="이지형" userId="3d4594d6552e6340" providerId="LiveId" clId="{3ED4B751-ADA3-494C-A2E1-BE61749B8E39}" dt="2018-02-18T18:10:03.817" v="931" actId="478"/>
          <ac:spMkLst>
            <pc:docMk/>
            <pc:sldMk cId="772420029" sldId="887"/>
            <ac:spMk id="11" creationId="{8F3BBB10-88A9-48C7-B3C7-4568BB6C5A8D}"/>
          </ac:spMkLst>
        </pc:spChg>
        <pc:spChg chg="del">
          <ac:chgData name="이지형" userId="3d4594d6552e6340" providerId="LiveId" clId="{3ED4B751-ADA3-494C-A2E1-BE61749B8E39}" dt="2018-02-18T18:10:03.817" v="931" actId="478"/>
          <ac:spMkLst>
            <pc:docMk/>
            <pc:sldMk cId="772420029" sldId="887"/>
            <ac:spMk id="12" creationId="{BF1EC0AA-45F9-4DD2-879D-30D37F883121}"/>
          </ac:spMkLst>
        </pc:spChg>
      </pc:sldChg>
      <pc:sldChg chg="addSp delSp modSp add">
        <pc:chgData name="이지형" userId="3d4594d6552e6340" providerId="LiveId" clId="{3ED4B751-ADA3-494C-A2E1-BE61749B8E39}" dt="2018-02-18T18:18:54.213" v="1031" actId="1035"/>
        <pc:sldMkLst>
          <pc:docMk/>
          <pc:sldMk cId="3844354418" sldId="887"/>
        </pc:sldMkLst>
        <pc:spChg chg="add mod">
          <ac:chgData name="이지형" userId="3d4594d6552e6340" providerId="LiveId" clId="{3ED4B751-ADA3-494C-A2E1-BE61749B8E39}" dt="2018-02-18T18:18:54.213" v="1031" actId="1035"/>
          <ac:spMkLst>
            <pc:docMk/>
            <pc:sldMk cId="3844354418" sldId="887"/>
            <ac:spMk id="4" creationId="{F7B84CDA-B981-462C-8780-892CE2FCB023}"/>
          </ac:spMkLst>
        </pc:spChg>
        <pc:spChg chg="del">
          <ac:chgData name="이지형" userId="3d4594d6552e6340" providerId="LiveId" clId="{3ED4B751-ADA3-494C-A2E1-BE61749B8E39}" dt="2018-02-18T18:13:05.589" v="950" actId="478"/>
          <ac:spMkLst>
            <pc:docMk/>
            <pc:sldMk cId="3844354418" sldId="887"/>
            <ac:spMk id="5" creationId="{00000000-0000-0000-0000-000000000000}"/>
          </ac:spMkLst>
        </pc:spChg>
        <pc:spChg chg="add mod">
          <ac:chgData name="이지형" userId="3d4594d6552e6340" providerId="LiveId" clId="{3ED4B751-ADA3-494C-A2E1-BE61749B8E39}" dt="2018-02-18T18:18:54.213" v="1031" actId="1035"/>
          <ac:spMkLst>
            <pc:docMk/>
            <pc:sldMk cId="3844354418" sldId="887"/>
            <ac:spMk id="6" creationId="{8FEF3EA8-F5BF-48EF-A254-ABE3D6247DE2}"/>
          </ac:spMkLst>
        </pc:spChg>
        <pc:spChg chg="add mod">
          <ac:chgData name="이지형" userId="3d4594d6552e6340" providerId="LiveId" clId="{3ED4B751-ADA3-494C-A2E1-BE61749B8E39}" dt="2018-02-18T18:18:54.213" v="1031" actId="1035"/>
          <ac:spMkLst>
            <pc:docMk/>
            <pc:sldMk cId="3844354418" sldId="887"/>
            <ac:spMk id="7" creationId="{220C372A-1F25-4CEC-91D3-D4F0F8E25D5F}"/>
          </ac:spMkLst>
        </pc:spChg>
        <pc:spChg chg="del">
          <ac:chgData name="이지형" userId="3d4594d6552e6340" providerId="LiveId" clId="{3ED4B751-ADA3-494C-A2E1-BE61749B8E39}" dt="2018-02-18T18:13:05.589" v="950" actId="478"/>
          <ac:spMkLst>
            <pc:docMk/>
            <pc:sldMk cId="3844354418" sldId="887"/>
            <ac:spMk id="11" creationId="{8F3BBB10-88A9-48C7-B3C7-4568BB6C5A8D}"/>
          </ac:spMkLst>
        </pc:spChg>
        <pc:spChg chg="del">
          <ac:chgData name="이지형" userId="3d4594d6552e6340" providerId="LiveId" clId="{3ED4B751-ADA3-494C-A2E1-BE61749B8E39}" dt="2018-02-18T18:13:05.589" v="950" actId="478"/>
          <ac:spMkLst>
            <pc:docMk/>
            <pc:sldMk cId="3844354418" sldId="887"/>
            <ac:spMk id="12" creationId="{BF1EC0AA-45F9-4DD2-879D-30D37F883121}"/>
          </ac:spMkLst>
        </pc:spChg>
        <pc:spChg chg="mod">
          <ac:chgData name="이지형" userId="3d4594d6552e6340" providerId="LiveId" clId="{3ED4B751-ADA3-494C-A2E1-BE61749B8E39}" dt="2018-02-18T18:18:44.728" v="1023" actId="1035"/>
          <ac:spMkLst>
            <pc:docMk/>
            <pc:sldMk cId="3844354418" sldId="887"/>
            <ac:spMk id="17" creationId="{E54F49BA-0FC4-4230-B355-FF14479F3F2A}"/>
          </ac:spMkLst>
        </pc:spChg>
        <pc:spChg chg="mod">
          <ac:chgData name="이지형" userId="3d4594d6552e6340" providerId="LiveId" clId="{3ED4B751-ADA3-494C-A2E1-BE61749B8E39}" dt="2018-02-18T18:18:49.585" v="1027" actId="1035"/>
          <ac:spMkLst>
            <pc:docMk/>
            <pc:sldMk cId="3844354418" sldId="887"/>
            <ac:spMk id="18" creationId="{6F1817A2-4657-4DBA-A6EA-290C8B328129}"/>
          </ac:spMkLst>
        </pc:spChg>
        <pc:spChg chg="mod">
          <ac:chgData name="이지형" userId="3d4594d6552e6340" providerId="LiveId" clId="{3ED4B751-ADA3-494C-A2E1-BE61749B8E39}" dt="2018-02-18T18:18:49.585" v="1027" actId="1035"/>
          <ac:spMkLst>
            <pc:docMk/>
            <pc:sldMk cId="3844354418" sldId="887"/>
            <ac:spMk id="19" creationId="{13A88CCE-73C4-4254-86C7-E80B89B422D0}"/>
          </ac:spMkLst>
        </pc:spChg>
        <pc:spChg chg="mod">
          <ac:chgData name="이지형" userId="3d4594d6552e6340" providerId="LiveId" clId="{3ED4B751-ADA3-494C-A2E1-BE61749B8E39}" dt="2018-02-18T18:18:49.585" v="1027" actId="1035"/>
          <ac:spMkLst>
            <pc:docMk/>
            <pc:sldMk cId="3844354418" sldId="887"/>
            <ac:spMk id="20" creationId="{D1CAEB60-3525-492D-BA91-B0F85EA43A6B}"/>
          </ac:spMkLst>
        </pc:spChg>
      </pc:sldChg>
    </pc:docChg>
  </pc:docChgLst>
  <pc:docChgLst>
    <pc:chgData name="이지형" userId="3d4594d6552e6340" providerId="LiveId" clId="{D6C321E9-BF70-46AD-9B1D-AB439B8AFAE3}"/>
    <pc:docChg chg="undo custSel addSld delSld modSld modSection">
      <pc:chgData name="이지형" userId="3d4594d6552e6340" providerId="LiveId" clId="{D6C321E9-BF70-46AD-9B1D-AB439B8AFAE3}" dt="2018-01-27T15:55:36.497" v="1734" actId="20577"/>
      <pc:docMkLst>
        <pc:docMk/>
      </pc:docMkLst>
      <pc:sldChg chg="modSp">
        <pc:chgData name="이지형" userId="3d4594d6552e6340" providerId="LiveId" clId="{D6C321E9-BF70-46AD-9B1D-AB439B8AFAE3}" dt="2018-01-27T13:43:29.016" v="40" actId="20577"/>
        <pc:sldMkLst>
          <pc:docMk/>
          <pc:sldMk cId="523173580" sldId="803"/>
        </pc:sldMkLst>
        <pc:spChg chg="mod">
          <ac:chgData name="이지형" userId="3d4594d6552e6340" providerId="LiveId" clId="{D6C321E9-BF70-46AD-9B1D-AB439B8AFAE3}" dt="2018-01-27T13:43:29.016" v="40" actId="20577"/>
          <ac:spMkLst>
            <pc:docMk/>
            <pc:sldMk cId="523173580" sldId="803"/>
            <ac:spMk id="4" creationId="{00000000-0000-0000-0000-000000000000}"/>
          </ac:spMkLst>
        </pc:spChg>
      </pc:sldChg>
      <pc:sldChg chg="modSp">
        <pc:chgData name="이지형" userId="3d4594d6552e6340" providerId="LiveId" clId="{D6C321E9-BF70-46AD-9B1D-AB439B8AFAE3}" dt="2018-01-27T15:50:01.118" v="1711" actId="20577"/>
        <pc:sldMkLst>
          <pc:docMk/>
          <pc:sldMk cId="1856320387" sldId="811"/>
        </pc:sldMkLst>
        <pc:spChg chg="mod">
          <ac:chgData name="이지형" userId="3d4594d6552e6340" providerId="LiveId" clId="{D6C321E9-BF70-46AD-9B1D-AB439B8AFAE3}" dt="2018-01-27T15:50:01.118" v="1711" actId="20577"/>
          <ac:spMkLst>
            <pc:docMk/>
            <pc:sldMk cId="1856320387" sldId="811"/>
            <ac:spMk id="5" creationId="{00000000-0000-0000-0000-000000000000}"/>
          </ac:spMkLst>
        </pc:spChg>
      </pc:sldChg>
      <pc:sldChg chg="modSp">
        <pc:chgData name="이지형" userId="3d4594d6552e6340" providerId="LiveId" clId="{D6C321E9-BF70-46AD-9B1D-AB439B8AFAE3}" dt="2018-01-27T15:50:34.826" v="1723" actId="20577"/>
        <pc:sldMkLst>
          <pc:docMk/>
          <pc:sldMk cId="2001725594" sldId="813"/>
        </pc:sldMkLst>
        <pc:spChg chg="mod">
          <ac:chgData name="이지형" userId="3d4594d6552e6340" providerId="LiveId" clId="{D6C321E9-BF70-46AD-9B1D-AB439B8AFAE3}" dt="2018-01-27T15:50:34.826" v="1723" actId="20577"/>
          <ac:spMkLst>
            <pc:docMk/>
            <pc:sldMk cId="2001725594" sldId="813"/>
            <ac:spMk id="4" creationId="{00000000-0000-0000-0000-000000000000}"/>
          </ac:spMkLst>
        </pc:spChg>
      </pc:sldChg>
      <pc:sldChg chg="modSp">
        <pc:chgData name="이지형" userId="3d4594d6552e6340" providerId="LiveId" clId="{D6C321E9-BF70-46AD-9B1D-AB439B8AFAE3}" dt="2018-01-27T13:48:26.057" v="69" actId="122"/>
        <pc:sldMkLst>
          <pc:docMk/>
          <pc:sldMk cId="661533259" sldId="814"/>
        </pc:sldMkLst>
        <pc:spChg chg="mod">
          <ac:chgData name="이지형" userId="3d4594d6552e6340" providerId="LiveId" clId="{D6C321E9-BF70-46AD-9B1D-AB439B8AFAE3}" dt="2018-01-27T13:48:26.057" v="69" actId="122"/>
          <ac:spMkLst>
            <pc:docMk/>
            <pc:sldMk cId="661533259" sldId="814"/>
            <ac:spMk id="9" creationId="{00000000-0000-0000-0000-000000000000}"/>
          </ac:spMkLst>
        </pc:spChg>
      </pc:sldChg>
      <pc:sldChg chg="addSp delSp modSp">
        <pc:chgData name="이지형" userId="3d4594d6552e6340" providerId="LiveId" clId="{D6C321E9-BF70-46AD-9B1D-AB439B8AFAE3}" dt="2018-01-27T15:18:55.312" v="1512" actId="1076"/>
        <pc:sldMkLst>
          <pc:docMk/>
          <pc:sldMk cId="409762258" sldId="817"/>
        </pc:sldMkLst>
        <pc:spChg chg="mod">
          <ac:chgData name="이지형" userId="3d4594d6552e6340" providerId="LiveId" clId="{D6C321E9-BF70-46AD-9B1D-AB439B8AFAE3}" dt="2018-01-27T15:18:26.051" v="1505" actId="1076"/>
          <ac:spMkLst>
            <pc:docMk/>
            <pc:sldMk cId="409762258" sldId="817"/>
            <ac:spMk id="5" creationId="{00000000-0000-0000-0000-000000000000}"/>
          </ac:spMkLst>
        </pc:spChg>
        <pc:spChg chg="mod">
          <ac:chgData name="이지형" userId="3d4594d6552e6340" providerId="LiveId" clId="{D6C321E9-BF70-46AD-9B1D-AB439B8AFAE3}" dt="2018-01-27T15:18:26.051" v="1505" actId="1076"/>
          <ac:spMkLst>
            <pc:docMk/>
            <pc:sldMk cId="409762258" sldId="817"/>
            <ac:spMk id="6" creationId="{00000000-0000-0000-0000-000000000000}"/>
          </ac:spMkLst>
        </pc:spChg>
        <pc:spChg chg="del">
          <ac:chgData name="이지형" userId="3d4594d6552e6340" providerId="LiveId" clId="{D6C321E9-BF70-46AD-9B1D-AB439B8AFAE3}" dt="2018-01-27T15:18:45.292" v="1510" actId="478"/>
          <ac:spMkLst>
            <pc:docMk/>
            <pc:sldMk cId="409762258" sldId="817"/>
            <ac:spMk id="7" creationId="{00000000-0000-0000-0000-000000000000}"/>
          </ac:spMkLst>
        </pc:spChg>
        <pc:spChg chg="mod">
          <ac:chgData name="이지형" userId="3d4594d6552e6340" providerId="LiveId" clId="{D6C321E9-BF70-46AD-9B1D-AB439B8AFAE3}" dt="2018-01-27T15:18:42.846" v="1509" actId="1076"/>
          <ac:spMkLst>
            <pc:docMk/>
            <pc:sldMk cId="409762258" sldId="817"/>
            <ac:spMk id="8" creationId="{00000000-0000-0000-0000-000000000000}"/>
          </ac:spMkLst>
        </pc:spChg>
        <pc:spChg chg="mod ord">
          <ac:chgData name="이지형" userId="3d4594d6552e6340" providerId="LiveId" clId="{D6C321E9-BF70-46AD-9B1D-AB439B8AFAE3}" dt="2018-01-27T15:18:26.051" v="1505" actId="1076"/>
          <ac:spMkLst>
            <pc:docMk/>
            <pc:sldMk cId="409762258" sldId="817"/>
            <ac:spMk id="9" creationId="{00000000-0000-0000-0000-000000000000}"/>
          </ac:spMkLst>
        </pc:spChg>
        <pc:spChg chg="ord">
          <ac:chgData name="이지형" userId="3d4594d6552e6340" providerId="LiveId" clId="{D6C321E9-BF70-46AD-9B1D-AB439B8AFAE3}" dt="2018-01-27T15:18:35.419" v="1506" actId="167"/>
          <ac:spMkLst>
            <pc:docMk/>
            <pc:sldMk cId="409762258" sldId="817"/>
            <ac:spMk id="10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5:18:55.312" v="1512" actId="1076"/>
          <ac:spMkLst>
            <pc:docMk/>
            <pc:sldMk cId="409762258" sldId="817"/>
            <ac:spMk id="11" creationId="{02271867-30D2-4834-9BEE-AC6E39F04772}"/>
          </ac:spMkLst>
        </pc:spChg>
      </pc:sldChg>
      <pc:sldChg chg="addSp delSp modSp">
        <pc:chgData name="이지형" userId="3d4594d6552e6340" providerId="LiveId" clId="{D6C321E9-BF70-46AD-9B1D-AB439B8AFAE3}" dt="2018-01-27T15:19:21.563" v="1519" actId="1076"/>
        <pc:sldMkLst>
          <pc:docMk/>
          <pc:sldMk cId="55838412" sldId="818"/>
        </pc:sldMkLst>
        <pc:spChg chg="ord">
          <ac:chgData name="이지형" userId="3d4594d6552e6340" providerId="LiveId" clId="{D6C321E9-BF70-46AD-9B1D-AB439B8AFAE3}" dt="2018-01-27T15:19:03.803" v="1513" actId="167"/>
          <ac:spMkLst>
            <pc:docMk/>
            <pc:sldMk cId="55838412" sldId="818"/>
            <ac:spMk id="12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5:19:09.195" v="1516" actId="1076"/>
          <ac:spMkLst>
            <pc:docMk/>
            <pc:sldMk cId="55838412" sldId="818"/>
            <ac:spMk id="13" creationId="{496AA224-396F-4CB2-945E-2628B3AE950A}"/>
          </ac:spMkLst>
        </pc:spChg>
        <pc:spChg chg="add mod">
          <ac:chgData name="이지형" userId="3d4594d6552e6340" providerId="LiveId" clId="{D6C321E9-BF70-46AD-9B1D-AB439B8AFAE3}" dt="2018-01-27T15:19:21.563" v="1519" actId="1076"/>
          <ac:spMkLst>
            <pc:docMk/>
            <pc:sldMk cId="55838412" sldId="818"/>
            <ac:spMk id="14" creationId="{D76649A7-3CF0-4425-8EF8-3D95774D821D}"/>
          </ac:spMkLst>
        </pc:spChg>
        <pc:spChg chg="del">
          <ac:chgData name="이지형" userId="3d4594d6552e6340" providerId="LiveId" clId="{D6C321E9-BF70-46AD-9B1D-AB439B8AFAE3}" dt="2018-01-27T15:19:06.088" v="1514" actId="478"/>
          <ac:spMkLst>
            <pc:docMk/>
            <pc:sldMk cId="55838412" sldId="818"/>
            <ac:spMk id="17" creationId="{00000000-0000-0000-0000-000000000000}"/>
          </ac:spMkLst>
        </pc:spChg>
        <pc:spChg chg="del">
          <ac:chgData name="이지형" userId="3d4594d6552e6340" providerId="LiveId" clId="{D6C321E9-BF70-46AD-9B1D-AB439B8AFAE3}" dt="2018-01-27T15:19:11.617" v="1517" actId="478"/>
          <ac:spMkLst>
            <pc:docMk/>
            <pc:sldMk cId="55838412" sldId="818"/>
            <ac:spMk id="18" creationId="{00000000-0000-0000-0000-000000000000}"/>
          </ac:spMkLst>
        </pc:spChg>
      </pc:sldChg>
      <pc:sldChg chg="modSp">
        <pc:chgData name="이지형" userId="3d4594d6552e6340" providerId="LiveId" clId="{D6C321E9-BF70-46AD-9B1D-AB439B8AFAE3}" dt="2018-01-27T15:20:09.659" v="1521" actId="20577"/>
        <pc:sldMkLst>
          <pc:docMk/>
          <pc:sldMk cId="511589874" sldId="834"/>
        </pc:sldMkLst>
        <pc:spChg chg="mod">
          <ac:chgData name="이지형" userId="3d4594d6552e6340" providerId="LiveId" clId="{D6C321E9-BF70-46AD-9B1D-AB439B8AFAE3}" dt="2018-01-27T15:20:09.659" v="1521" actId="20577"/>
          <ac:spMkLst>
            <pc:docMk/>
            <pc:sldMk cId="511589874" sldId="834"/>
            <ac:spMk id="5" creationId="{00000000-0000-0000-0000-000000000000}"/>
          </ac:spMkLst>
        </pc:spChg>
      </pc:sldChg>
      <pc:sldChg chg="addSp delSp">
        <pc:chgData name="이지형" userId="3d4594d6552e6340" providerId="LiveId" clId="{D6C321E9-BF70-46AD-9B1D-AB439B8AFAE3}" dt="2018-01-27T15:20:15.580" v="1523" actId="20577"/>
        <pc:sldMkLst>
          <pc:docMk/>
          <pc:sldMk cId="304608087" sldId="835"/>
        </pc:sldMkLst>
        <pc:spChg chg="del">
          <ac:chgData name="이지형" userId="3d4594d6552e6340" providerId="LiveId" clId="{D6C321E9-BF70-46AD-9B1D-AB439B8AFAE3}" dt="2018-01-27T15:20:15.352" v="1522" actId="478"/>
          <ac:spMkLst>
            <pc:docMk/>
            <pc:sldMk cId="304608087" sldId="835"/>
            <ac:spMk id="5" creationId="{00000000-0000-0000-0000-000000000000}"/>
          </ac:spMkLst>
        </pc:spChg>
        <pc:spChg chg="add">
          <ac:chgData name="이지형" userId="3d4594d6552e6340" providerId="LiveId" clId="{D6C321E9-BF70-46AD-9B1D-AB439B8AFAE3}" dt="2018-01-27T15:20:15.580" v="1523" actId="20577"/>
          <ac:spMkLst>
            <pc:docMk/>
            <pc:sldMk cId="304608087" sldId="835"/>
            <ac:spMk id="13" creationId="{F50A9837-7075-47C2-B2C8-F16B343BFD31}"/>
          </ac:spMkLst>
        </pc:spChg>
      </pc:sldChg>
      <pc:sldChg chg="modSp">
        <pc:chgData name="이지형" userId="3d4594d6552e6340" providerId="LiveId" clId="{D6C321E9-BF70-46AD-9B1D-AB439B8AFAE3}" dt="2018-01-27T15:22:26.154" v="1560" actId="1076"/>
        <pc:sldMkLst>
          <pc:docMk/>
          <pc:sldMk cId="1144349106" sldId="837"/>
        </pc:sldMkLst>
        <pc:spChg chg="mod">
          <ac:chgData name="이지형" userId="3d4594d6552e6340" providerId="LiveId" clId="{D6C321E9-BF70-46AD-9B1D-AB439B8AFAE3}" dt="2018-01-27T15:22:26.154" v="1560" actId="1076"/>
          <ac:spMkLst>
            <pc:docMk/>
            <pc:sldMk cId="1144349106" sldId="837"/>
            <ac:spMk id="24" creationId="{00000000-0000-0000-0000-000000000000}"/>
          </ac:spMkLst>
        </pc:spChg>
        <pc:spChg chg="mod">
          <ac:chgData name="이지형" userId="3d4594d6552e6340" providerId="LiveId" clId="{D6C321E9-BF70-46AD-9B1D-AB439B8AFAE3}" dt="2018-01-27T15:21:28.882" v="1544" actId="20577"/>
          <ac:spMkLst>
            <pc:docMk/>
            <pc:sldMk cId="1144349106" sldId="837"/>
            <ac:spMk id="25" creationId="{00000000-0000-0000-0000-000000000000}"/>
          </ac:spMkLst>
        </pc:spChg>
        <pc:spChg chg="mod">
          <ac:chgData name="이지형" userId="3d4594d6552e6340" providerId="LiveId" clId="{D6C321E9-BF70-46AD-9B1D-AB439B8AFAE3}" dt="2018-01-27T15:22:21.826" v="1559" actId="1076"/>
          <ac:spMkLst>
            <pc:docMk/>
            <pc:sldMk cId="1144349106" sldId="837"/>
            <ac:spMk id="26" creationId="{00000000-0000-0000-0000-000000000000}"/>
          </ac:spMkLst>
        </pc:spChg>
      </pc:sldChg>
      <pc:sldChg chg="modSp">
        <pc:chgData name="이지형" userId="3d4594d6552e6340" providerId="LiveId" clId="{D6C321E9-BF70-46AD-9B1D-AB439B8AFAE3}" dt="2018-01-27T15:23:17.048" v="1569" actId="20577"/>
        <pc:sldMkLst>
          <pc:docMk/>
          <pc:sldMk cId="1466861938" sldId="838"/>
        </pc:sldMkLst>
        <pc:spChg chg="mod">
          <ac:chgData name="이지형" userId="3d4594d6552e6340" providerId="LiveId" clId="{D6C321E9-BF70-46AD-9B1D-AB439B8AFAE3}" dt="2018-01-27T15:23:08.102" v="1566" actId="20577"/>
          <ac:spMkLst>
            <pc:docMk/>
            <pc:sldMk cId="1466861938" sldId="838"/>
            <ac:spMk id="12" creationId="{00000000-0000-0000-0000-000000000000}"/>
          </ac:spMkLst>
        </pc:spChg>
        <pc:spChg chg="mod">
          <ac:chgData name="이지형" userId="3d4594d6552e6340" providerId="LiveId" clId="{D6C321E9-BF70-46AD-9B1D-AB439B8AFAE3}" dt="2018-01-27T15:23:17.048" v="1569" actId="20577"/>
          <ac:spMkLst>
            <pc:docMk/>
            <pc:sldMk cId="1466861938" sldId="838"/>
            <ac:spMk id="14" creationId="{00000000-0000-0000-0000-000000000000}"/>
          </ac:spMkLst>
        </pc:spChg>
      </pc:sldChg>
      <pc:sldChg chg="addSp delSp">
        <pc:chgData name="이지형" userId="3d4594d6552e6340" providerId="LiveId" clId="{D6C321E9-BF70-46AD-9B1D-AB439B8AFAE3}" dt="2018-01-27T15:23:31.981" v="1571" actId="20577"/>
        <pc:sldMkLst>
          <pc:docMk/>
          <pc:sldMk cId="1168045371" sldId="839"/>
        </pc:sldMkLst>
        <pc:spChg chg="add">
          <ac:chgData name="이지형" userId="3d4594d6552e6340" providerId="LiveId" clId="{D6C321E9-BF70-46AD-9B1D-AB439B8AFAE3}" dt="2018-01-27T15:23:31.981" v="1571" actId="20577"/>
          <ac:spMkLst>
            <pc:docMk/>
            <pc:sldMk cId="1168045371" sldId="839"/>
            <ac:spMk id="8" creationId="{B00F1D9D-AC15-447C-9857-E6F191EB970E}"/>
          </ac:spMkLst>
        </pc:spChg>
        <pc:spChg chg="add">
          <ac:chgData name="이지형" userId="3d4594d6552e6340" providerId="LiveId" clId="{D6C321E9-BF70-46AD-9B1D-AB439B8AFAE3}" dt="2018-01-27T15:23:31.981" v="1571" actId="20577"/>
          <ac:spMkLst>
            <pc:docMk/>
            <pc:sldMk cId="1168045371" sldId="839"/>
            <ac:spMk id="9" creationId="{E5CA6FE0-92D7-42B0-BDDC-4CFDF6DA9986}"/>
          </ac:spMkLst>
        </pc:spChg>
        <pc:spChg chg="add">
          <ac:chgData name="이지형" userId="3d4594d6552e6340" providerId="LiveId" clId="{D6C321E9-BF70-46AD-9B1D-AB439B8AFAE3}" dt="2018-01-27T15:23:31.981" v="1571" actId="20577"/>
          <ac:spMkLst>
            <pc:docMk/>
            <pc:sldMk cId="1168045371" sldId="839"/>
            <ac:spMk id="10" creationId="{3ABFC34A-8B97-417E-A900-F90A4587A3BE}"/>
          </ac:spMkLst>
        </pc:spChg>
        <pc:spChg chg="del">
          <ac:chgData name="이지형" userId="3d4594d6552e6340" providerId="LiveId" clId="{D6C321E9-BF70-46AD-9B1D-AB439B8AFAE3}" dt="2018-01-27T15:23:27.071" v="1570" actId="478"/>
          <ac:spMkLst>
            <pc:docMk/>
            <pc:sldMk cId="1168045371" sldId="839"/>
            <ac:spMk id="11" creationId="{00000000-0000-0000-0000-000000000000}"/>
          </ac:spMkLst>
        </pc:spChg>
        <pc:spChg chg="del">
          <ac:chgData name="이지형" userId="3d4594d6552e6340" providerId="LiveId" clId="{D6C321E9-BF70-46AD-9B1D-AB439B8AFAE3}" dt="2018-01-27T15:23:27.071" v="1570" actId="478"/>
          <ac:spMkLst>
            <pc:docMk/>
            <pc:sldMk cId="1168045371" sldId="839"/>
            <ac:spMk id="12" creationId="{00000000-0000-0000-0000-000000000000}"/>
          </ac:spMkLst>
        </pc:spChg>
        <pc:spChg chg="del">
          <ac:chgData name="이지형" userId="3d4594d6552e6340" providerId="LiveId" clId="{D6C321E9-BF70-46AD-9B1D-AB439B8AFAE3}" dt="2018-01-27T15:23:27.071" v="1570" actId="478"/>
          <ac:spMkLst>
            <pc:docMk/>
            <pc:sldMk cId="1168045371" sldId="839"/>
            <ac:spMk id="14" creationId="{00000000-0000-0000-0000-000000000000}"/>
          </ac:spMkLst>
        </pc:spChg>
      </pc:sldChg>
      <pc:sldChg chg="delSp modSp">
        <pc:chgData name="이지형" userId="3d4594d6552e6340" providerId="LiveId" clId="{D6C321E9-BF70-46AD-9B1D-AB439B8AFAE3}" dt="2018-01-27T15:26:16.718" v="1606" actId="20577"/>
        <pc:sldMkLst>
          <pc:docMk/>
          <pc:sldMk cId="1134895521" sldId="840"/>
        </pc:sldMkLst>
        <pc:spChg chg="mod">
          <ac:chgData name="이지형" userId="3d4594d6552e6340" providerId="LiveId" clId="{D6C321E9-BF70-46AD-9B1D-AB439B8AFAE3}" dt="2018-01-27T15:24:58.190" v="1588" actId="20577"/>
          <ac:spMkLst>
            <pc:docMk/>
            <pc:sldMk cId="1134895521" sldId="840"/>
            <ac:spMk id="8" creationId="{00000000-0000-0000-0000-000000000000}"/>
          </ac:spMkLst>
        </pc:spChg>
        <pc:spChg chg="mod">
          <ac:chgData name="이지형" userId="3d4594d6552e6340" providerId="LiveId" clId="{D6C321E9-BF70-46AD-9B1D-AB439B8AFAE3}" dt="2018-01-27T15:25:04.660" v="1591" actId="20577"/>
          <ac:spMkLst>
            <pc:docMk/>
            <pc:sldMk cId="1134895521" sldId="840"/>
            <ac:spMk id="13" creationId="{00000000-0000-0000-0000-000000000000}"/>
          </ac:spMkLst>
        </pc:spChg>
        <pc:spChg chg="mod">
          <ac:chgData name="이지형" userId="3d4594d6552e6340" providerId="LiveId" clId="{D6C321E9-BF70-46AD-9B1D-AB439B8AFAE3}" dt="2018-01-27T15:26:10.326" v="1604" actId="20577"/>
          <ac:spMkLst>
            <pc:docMk/>
            <pc:sldMk cId="1134895521" sldId="840"/>
            <ac:spMk id="16" creationId="{00000000-0000-0000-0000-000000000000}"/>
          </ac:spMkLst>
        </pc:spChg>
        <pc:spChg chg="mod">
          <ac:chgData name="이지형" userId="3d4594d6552e6340" providerId="LiveId" clId="{D6C321E9-BF70-46AD-9B1D-AB439B8AFAE3}" dt="2018-01-27T15:26:16.718" v="1606" actId="20577"/>
          <ac:spMkLst>
            <pc:docMk/>
            <pc:sldMk cId="1134895521" sldId="840"/>
            <ac:spMk id="17" creationId="{00000000-0000-0000-0000-000000000000}"/>
          </ac:spMkLst>
        </pc:spChg>
        <pc:picChg chg="mod">
          <ac:chgData name="이지형" userId="3d4594d6552e6340" providerId="LiveId" clId="{D6C321E9-BF70-46AD-9B1D-AB439B8AFAE3}" dt="2018-01-27T15:23:50.766" v="1576" actId="1076"/>
          <ac:picMkLst>
            <pc:docMk/>
            <pc:sldMk cId="1134895521" sldId="840"/>
            <ac:picMk id="5" creationId="{2A44523D-C65C-404E-A76F-2CDA752FBF33}"/>
          </ac:picMkLst>
        </pc:picChg>
        <pc:picChg chg="del">
          <ac:chgData name="이지형" userId="3d4594d6552e6340" providerId="LiveId" clId="{D6C321E9-BF70-46AD-9B1D-AB439B8AFAE3}" dt="2018-01-27T15:23:35.747" v="1572" actId="478"/>
          <ac:picMkLst>
            <pc:docMk/>
            <pc:sldMk cId="1134895521" sldId="840"/>
            <ac:picMk id="10" creationId="{00000000-0000-0000-0000-000000000000}"/>
          </ac:picMkLst>
        </pc:picChg>
      </pc:sldChg>
      <pc:sldChg chg="addSp delSp modSp">
        <pc:chgData name="이지형" userId="3d4594d6552e6340" providerId="LiveId" clId="{D6C321E9-BF70-46AD-9B1D-AB439B8AFAE3}" dt="2018-01-27T15:22:39.909" v="1563" actId="1076"/>
        <pc:sldMkLst>
          <pc:docMk/>
          <pc:sldMk cId="649318875" sldId="841"/>
        </pc:sldMkLst>
        <pc:spChg chg="add mod">
          <ac:chgData name="이지형" userId="3d4594d6552e6340" providerId="LiveId" clId="{D6C321E9-BF70-46AD-9B1D-AB439B8AFAE3}" dt="2018-01-27T15:22:33.693" v="1562" actId="1076"/>
          <ac:spMkLst>
            <pc:docMk/>
            <pc:sldMk cId="649318875" sldId="841"/>
            <ac:spMk id="15" creationId="{C1362506-C353-4B5C-9993-61B7197EABE6}"/>
          </ac:spMkLst>
        </pc:spChg>
        <pc:spChg chg="add mod">
          <ac:chgData name="이지형" userId="3d4594d6552e6340" providerId="LiveId" clId="{D6C321E9-BF70-46AD-9B1D-AB439B8AFAE3}" dt="2018-01-27T15:22:39.909" v="1563" actId="1076"/>
          <ac:spMkLst>
            <pc:docMk/>
            <pc:sldMk cId="649318875" sldId="841"/>
            <ac:spMk id="16" creationId="{92D5312A-3694-4812-9631-00EB37CEE90B}"/>
          </ac:spMkLst>
        </pc:spChg>
        <pc:spChg chg="del">
          <ac:chgData name="이지형" userId="3d4594d6552e6340" providerId="LiveId" clId="{D6C321E9-BF70-46AD-9B1D-AB439B8AFAE3}" dt="2018-01-27T15:21:59.738" v="1554" actId="478"/>
          <ac:spMkLst>
            <pc:docMk/>
            <pc:sldMk cId="649318875" sldId="841"/>
            <ac:spMk id="24" creationId="{00000000-0000-0000-0000-000000000000}"/>
          </ac:spMkLst>
        </pc:spChg>
        <pc:spChg chg="del">
          <ac:chgData name="이지형" userId="3d4594d6552e6340" providerId="LiveId" clId="{D6C321E9-BF70-46AD-9B1D-AB439B8AFAE3}" dt="2018-01-27T15:21:59.738" v="1554" actId="478"/>
          <ac:spMkLst>
            <pc:docMk/>
            <pc:sldMk cId="649318875" sldId="841"/>
            <ac:spMk id="26" creationId="{00000000-0000-0000-0000-000000000000}"/>
          </ac:spMkLst>
        </pc:spChg>
      </pc:sldChg>
      <pc:sldChg chg="addSp delSp modSp">
        <pc:chgData name="이지형" userId="3d4594d6552e6340" providerId="LiveId" clId="{D6C321E9-BF70-46AD-9B1D-AB439B8AFAE3}" dt="2018-01-27T15:31:15.918" v="1677" actId="20577"/>
        <pc:sldMkLst>
          <pc:docMk/>
          <pc:sldMk cId="1060950901" sldId="842"/>
        </pc:sldMkLst>
        <pc:spChg chg="mod">
          <ac:chgData name="이지형" userId="3d4594d6552e6340" providerId="LiveId" clId="{D6C321E9-BF70-46AD-9B1D-AB439B8AFAE3}" dt="2018-01-27T15:31:15.918" v="1677" actId="20577"/>
          <ac:spMkLst>
            <pc:docMk/>
            <pc:sldMk cId="1060950901" sldId="842"/>
            <ac:spMk id="4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5:26:27.682" v="1608" actId="20577"/>
          <ac:spMkLst>
            <pc:docMk/>
            <pc:sldMk cId="1060950901" sldId="842"/>
            <ac:spMk id="9" creationId="{EBEC8394-6585-4C3F-9945-3B7955CCEDF6}"/>
          </ac:spMkLst>
        </pc:spChg>
        <pc:spChg chg="mod">
          <ac:chgData name="이지형" userId="3d4594d6552e6340" providerId="LiveId" clId="{D6C321E9-BF70-46AD-9B1D-AB439B8AFAE3}" dt="2018-01-27T15:27:10.318" v="1622" actId="20577"/>
          <ac:spMkLst>
            <pc:docMk/>
            <pc:sldMk cId="1060950901" sldId="842"/>
            <ac:spMk id="12" creationId="{00000000-0000-0000-0000-000000000000}"/>
          </ac:spMkLst>
        </pc:spChg>
        <pc:spChg chg="del">
          <ac:chgData name="이지형" userId="3d4594d6552e6340" providerId="LiveId" clId="{D6C321E9-BF70-46AD-9B1D-AB439B8AFAE3}" dt="2018-01-27T15:25:53.923" v="1601" actId="478"/>
          <ac:spMkLst>
            <pc:docMk/>
            <pc:sldMk cId="1060950901" sldId="842"/>
            <ac:spMk id="16" creationId="{00000000-0000-0000-0000-000000000000}"/>
          </ac:spMkLst>
        </pc:spChg>
        <pc:spChg chg="mod">
          <ac:chgData name="이지형" userId="3d4594d6552e6340" providerId="LiveId" clId="{D6C321E9-BF70-46AD-9B1D-AB439B8AFAE3}" dt="2018-01-27T15:30:43.599" v="1657" actId="6549"/>
          <ac:spMkLst>
            <pc:docMk/>
            <pc:sldMk cId="1060950901" sldId="842"/>
            <ac:spMk id="17" creationId="{00000000-0000-0000-0000-000000000000}"/>
          </ac:spMkLst>
        </pc:spChg>
      </pc:sldChg>
      <pc:sldChg chg="modSp">
        <pc:chgData name="이지형" userId="3d4594d6552e6340" providerId="LiveId" clId="{D6C321E9-BF70-46AD-9B1D-AB439B8AFAE3}" dt="2018-01-27T15:15:09.020" v="1478" actId="20577"/>
        <pc:sldMkLst>
          <pc:docMk/>
          <pc:sldMk cId="381714473" sldId="845"/>
        </pc:sldMkLst>
        <pc:spChg chg="mod">
          <ac:chgData name="이지형" userId="3d4594d6552e6340" providerId="LiveId" clId="{D6C321E9-BF70-46AD-9B1D-AB439B8AFAE3}" dt="2018-01-27T15:15:09.020" v="1478" actId="20577"/>
          <ac:spMkLst>
            <pc:docMk/>
            <pc:sldMk cId="381714473" sldId="845"/>
            <ac:spMk id="4" creationId="{00000000-0000-0000-0000-000000000000}"/>
          </ac:spMkLst>
        </pc:spChg>
      </pc:sldChg>
      <pc:sldChg chg="modSp">
        <pc:chgData name="이지형" userId="3d4594d6552e6340" providerId="LiveId" clId="{D6C321E9-BF70-46AD-9B1D-AB439B8AFAE3}" dt="2018-01-27T15:15:50.432" v="1487" actId="20577"/>
        <pc:sldMkLst>
          <pc:docMk/>
          <pc:sldMk cId="370535863" sldId="846"/>
        </pc:sldMkLst>
        <pc:spChg chg="mod">
          <ac:chgData name="이지형" userId="3d4594d6552e6340" providerId="LiveId" clId="{D6C321E9-BF70-46AD-9B1D-AB439B8AFAE3}" dt="2018-01-27T15:15:50.432" v="1487" actId="20577"/>
          <ac:spMkLst>
            <pc:docMk/>
            <pc:sldMk cId="370535863" sldId="846"/>
            <ac:spMk id="4" creationId="{00000000-0000-0000-0000-000000000000}"/>
          </ac:spMkLst>
        </pc:spChg>
      </pc:sldChg>
      <pc:sldChg chg="addSp delSp modSp add">
        <pc:chgData name="이지형" userId="3d4594d6552e6340" providerId="LiveId" clId="{D6C321E9-BF70-46AD-9B1D-AB439B8AFAE3}" dt="2018-01-27T15:21:08.413" v="1538" actId="20577"/>
        <pc:sldMkLst>
          <pc:docMk/>
          <pc:sldMk cId="683034469" sldId="847"/>
        </pc:sldMkLst>
        <pc:spChg chg="mod">
          <ac:chgData name="이지형" userId="3d4594d6552e6340" providerId="LiveId" clId="{D6C321E9-BF70-46AD-9B1D-AB439B8AFAE3}" dt="2018-01-24T19:13:45.883" v="16" actId="1037"/>
          <ac:spMkLst>
            <pc:docMk/>
            <pc:sldMk cId="683034469" sldId="847"/>
            <ac:spMk id="2" creationId="{7ED82237-B339-4B4F-B214-5F0DF787AF72}"/>
          </ac:spMkLst>
        </pc:spChg>
        <pc:spChg chg="mod">
          <ac:chgData name="이지형" userId="3d4594d6552e6340" providerId="LiveId" clId="{D6C321E9-BF70-46AD-9B1D-AB439B8AFAE3}" dt="2018-01-24T19:12:42.025" v="3" actId="1037"/>
          <ac:spMkLst>
            <pc:docMk/>
            <pc:sldMk cId="683034469" sldId="847"/>
            <ac:spMk id="4" creationId="{F6AEA15D-6B39-4C5C-A00C-7ED54FFF4912}"/>
          </ac:spMkLst>
        </pc:spChg>
        <pc:spChg chg="add del">
          <ac:chgData name="이지형" userId="3d4594d6552e6340" providerId="LiveId" clId="{D6C321E9-BF70-46AD-9B1D-AB439B8AFAE3}" dt="2018-01-24T19:12:29.163" v="2" actId="1037"/>
          <ac:spMkLst>
            <pc:docMk/>
            <pc:sldMk cId="683034469" sldId="847"/>
            <ac:spMk id="5" creationId="{5547C2D4-FB02-4E9E-BF2B-E0E210FA56D5}"/>
          </ac:spMkLst>
        </pc:spChg>
        <pc:spChg chg="add mod">
          <ac:chgData name="이지형" userId="3d4594d6552e6340" providerId="LiveId" clId="{D6C321E9-BF70-46AD-9B1D-AB439B8AFAE3}" dt="2018-01-27T15:20:24.719" v="1525" actId="20577"/>
          <ac:spMkLst>
            <pc:docMk/>
            <pc:sldMk cId="683034469" sldId="847"/>
            <ac:spMk id="6" creationId="{F1ED7194-A06A-4168-905F-4EB9552A1BBD}"/>
          </ac:spMkLst>
        </pc:spChg>
        <pc:spChg chg="add">
          <ac:chgData name="이지형" userId="3d4594d6552e6340" providerId="LiveId" clId="{D6C321E9-BF70-46AD-9B1D-AB439B8AFAE3}" dt="2018-01-24T19:12:54.817" v="6" actId="1037"/>
          <ac:spMkLst>
            <pc:docMk/>
            <pc:sldMk cId="683034469" sldId="847"/>
            <ac:spMk id="7" creationId="{17E14D7C-3DED-4B82-9FC0-5FB26A3E2336}"/>
          </ac:spMkLst>
        </pc:spChg>
        <pc:spChg chg="add mod">
          <ac:chgData name="이지형" userId="3d4594d6552e6340" providerId="LiveId" clId="{D6C321E9-BF70-46AD-9B1D-AB439B8AFAE3}" dt="2018-01-27T15:20:51.397" v="1532" actId="20577"/>
          <ac:spMkLst>
            <pc:docMk/>
            <pc:sldMk cId="683034469" sldId="847"/>
            <ac:spMk id="8" creationId="{47B9D63F-6992-4F06-9FE4-9D16B32E1B15}"/>
          </ac:spMkLst>
        </pc:spChg>
        <pc:spChg chg="add mod">
          <ac:chgData name="이지형" userId="3d4594d6552e6340" providerId="LiveId" clId="{D6C321E9-BF70-46AD-9B1D-AB439B8AFAE3}" dt="2018-01-24T19:13:09.309" v="10" actId="1076"/>
          <ac:spMkLst>
            <pc:docMk/>
            <pc:sldMk cId="683034469" sldId="847"/>
            <ac:spMk id="9" creationId="{29D8F6AE-587D-4AC0-99E0-73763AC7F9B3}"/>
          </ac:spMkLst>
        </pc:spChg>
        <pc:spChg chg="add">
          <ac:chgData name="이지형" userId="3d4594d6552e6340" providerId="LiveId" clId="{D6C321E9-BF70-46AD-9B1D-AB439B8AFAE3}" dt="2018-01-24T19:12:54.817" v="6" actId="1037"/>
          <ac:spMkLst>
            <pc:docMk/>
            <pc:sldMk cId="683034469" sldId="847"/>
            <ac:spMk id="10" creationId="{6524BF85-2B92-4686-9E1A-5F2967D4D4EB}"/>
          </ac:spMkLst>
        </pc:spChg>
        <pc:spChg chg="add del">
          <ac:chgData name="이지형" userId="3d4594d6552e6340" providerId="LiveId" clId="{D6C321E9-BF70-46AD-9B1D-AB439B8AFAE3}" dt="2018-01-24T19:13:26.334" v="14" actId="1037"/>
          <ac:spMkLst>
            <pc:docMk/>
            <pc:sldMk cId="683034469" sldId="847"/>
            <ac:spMk id="11" creationId="{4C548C5A-41D9-433F-8FD2-963076FFCD40}"/>
          </ac:spMkLst>
        </pc:spChg>
        <pc:spChg chg="add del">
          <ac:chgData name="이지형" userId="3d4594d6552e6340" providerId="LiveId" clId="{D6C321E9-BF70-46AD-9B1D-AB439B8AFAE3}" dt="2018-01-24T19:13:26.334" v="14" actId="1037"/>
          <ac:spMkLst>
            <pc:docMk/>
            <pc:sldMk cId="683034469" sldId="847"/>
            <ac:spMk id="12" creationId="{BD2C2C32-062F-4EC6-8548-B8A36CB57AC9}"/>
          </ac:spMkLst>
        </pc:spChg>
        <pc:spChg chg="add del">
          <ac:chgData name="이지형" userId="3d4594d6552e6340" providerId="LiveId" clId="{D6C321E9-BF70-46AD-9B1D-AB439B8AFAE3}" dt="2018-01-24T19:13:26.334" v="14" actId="1037"/>
          <ac:spMkLst>
            <pc:docMk/>
            <pc:sldMk cId="683034469" sldId="847"/>
            <ac:spMk id="13" creationId="{C7D23386-E4B6-4249-B10B-918EAD913C3F}"/>
          </ac:spMkLst>
        </pc:spChg>
        <pc:spChg chg="add del">
          <ac:chgData name="이지형" userId="3d4594d6552e6340" providerId="LiveId" clId="{D6C321E9-BF70-46AD-9B1D-AB439B8AFAE3}" dt="2018-01-24T19:13:26.334" v="14" actId="1037"/>
          <ac:spMkLst>
            <pc:docMk/>
            <pc:sldMk cId="683034469" sldId="847"/>
            <ac:spMk id="14" creationId="{6F4A5809-D534-4C20-B360-D65153C30FC1}"/>
          </ac:spMkLst>
        </pc:spChg>
        <pc:spChg chg="add mod">
          <ac:chgData name="이지형" userId="3d4594d6552e6340" providerId="LiveId" clId="{D6C321E9-BF70-46AD-9B1D-AB439B8AFAE3}" dt="2018-01-27T15:20:31.594" v="1527" actId="20577"/>
          <ac:spMkLst>
            <pc:docMk/>
            <pc:sldMk cId="683034469" sldId="847"/>
            <ac:spMk id="15" creationId="{9CF907EE-DB08-4997-BD2C-25A7D88BDCD7}"/>
          </ac:spMkLst>
        </pc:spChg>
        <pc:spChg chg="add">
          <ac:chgData name="이지형" userId="3d4594d6552e6340" providerId="LiveId" clId="{D6C321E9-BF70-46AD-9B1D-AB439B8AFAE3}" dt="2018-01-24T19:13:36.537" v="15" actId="1037"/>
          <ac:spMkLst>
            <pc:docMk/>
            <pc:sldMk cId="683034469" sldId="847"/>
            <ac:spMk id="16" creationId="{4A714F1A-15C5-498A-971D-D734A5B6114C}"/>
          </ac:spMkLst>
        </pc:spChg>
        <pc:spChg chg="add mod">
          <ac:chgData name="이지형" userId="3d4594d6552e6340" providerId="LiveId" clId="{D6C321E9-BF70-46AD-9B1D-AB439B8AFAE3}" dt="2018-01-27T15:21:08.413" v="1538" actId="20577"/>
          <ac:spMkLst>
            <pc:docMk/>
            <pc:sldMk cId="683034469" sldId="847"/>
            <ac:spMk id="17" creationId="{DE7DF4EF-5637-478F-937A-B60D350EBD3E}"/>
          </ac:spMkLst>
        </pc:spChg>
      </pc:sldChg>
      <pc:sldChg chg="add">
        <pc:chgData name="이지형" userId="3d4594d6552e6340" providerId="LiveId" clId="{D6C321E9-BF70-46AD-9B1D-AB439B8AFAE3}" dt="2018-01-27T13:46:36.033" v="41" actId="20577"/>
        <pc:sldMkLst>
          <pc:docMk/>
          <pc:sldMk cId="1129413782" sldId="848"/>
        </pc:sldMkLst>
      </pc:sldChg>
      <pc:sldChg chg="add">
        <pc:chgData name="이지형" userId="3d4594d6552e6340" providerId="LiveId" clId="{D6C321E9-BF70-46AD-9B1D-AB439B8AFAE3}" dt="2018-01-27T13:46:50.509" v="42" actId="20577"/>
        <pc:sldMkLst>
          <pc:docMk/>
          <pc:sldMk cId="2983599801" sldId="849"/>
        </pc:sldMkLst>
      </pc:sldChg>
      <pc:sldChg chg="modSp add">
        <pc:chgData name="이지형" userId="3d4594d6552e6340" providerId="LiveId" clId="{D6C321E9-BF70-46AD-9B1D-AB439B8AFAE3}" dt="2018-01-27T13:48:43.006" v="101" actId="20577"/>
        <pc:sldMkLst>
          <pc:docMk/>
          <pc:sldMk cId="1348682048" sldId="850"/>
        </pc:sldMkLst>
        <pc:spChg chg="mod">
          <ac:chgData name="이지형" userId="3d4594d6552e6340" providerId="LiveId" clId="{D6C321E9-BF70-46AD-9B1D-AB439B8AFAE3}" dt="2018-01-27T13:48:43.006" v="101" actId="20577"/>
          <ac:spMkLst>
            <pc:docMk/>
            <pc:sldMk cId="1348682048" sldId="850"/>
            <ac:spMk id="5" creationId="{00000000-0000-0000-0000-000000000000}"/>
          </ac:spMkLst>
        </pc:spChg>
      </pc:sldChg>
      <pc:sldChg chg="delSp modSp add">
        <pc:chgData name="이지형" userId="3d4594d6552e6340" providerId="LiveId" clId="{D6C321E9-BF70-46AD-9B1D-AB439B8AFAE3}" dt="2018-01-27T14:58:55.438" v="767" actId="1076"/>
        <pc:sldMkLst>
          <pc:docMk/>
          <pc:sldMk cId="78140892" sldId="851"/>
        </pc:sldMkLst>
        <pc:spChg chg="mod">
          <ac:chgData name="이지형" userId="3d4594d6552e6340" providerId="LiveId" clId="{D6C321E9-BF70-46AD-9B1D-AB439B8AFAE3}" dt="2018-01-27T14:57:58.076" v="761" actId="27636"/>
          <ac:spMkLst>
            <pc:docMk/>
            <pc:sldMk cId="78140892" sldId="851"/>
            <ac:spMk id="2" creationId="{00000000-0000-0000-0000-000000000000}"/>
          </ac:spMkLst>
        </pc:spChg>
        <pc:spChg chg="del mod">
          <ac:chgData name="이지형" userId="3d4594d6552e6340" providerId="LiveId" clId="{D6C321E9-BF70-46AD-9B1D-AB439B8AFAE3}" dt="2018-01-27T14:58:15.688" v="765" actId="478"/>
          <ac:spMkLst>
            <pc:docMk/>
            <pc:sldMk cId="78140892" sldId="851"/>
            <ac:spMk id="4" creationId="{00000000-0000-0000-0000-000000000000}"/>
          </ac:spMkLst>
        </pc:spChg>
        <pc:spChg chg="mod">
          <ac:chgData name="이지형" userId="3d4594d6552e6340" providerId="LiveId" clId="{D6C321E9-BF70-46AD-9B1D-AB439B8AFAE3}" dt="2018-01-27T14:58:55.438" v="767" actId="1076"/>
          <ac:spMkLst>
            <pc:docMk/>
            <pc:sldMk cId="78140892" sldId="851"/>
            <ac:spMk id="32" creationId="{00000000-0000-0000-0000-000000000000}"/>
          </ac:spMkLst>
        </pc:spChg>
      </pc:sldChg>
      <pc:sldChg chg="addSp delSp modSp add">
        <pc:chgData name="이지형" userId="3d4594d6552e6340" providerId="LiveId" clId="{D6C321E9-BF70-46AD-9B1D-AB439B8AFAE3}" dt="2018-01-27T15:01:41.024" v="873" actId="20577"/>
        <pc:sldMkLst>
          <pc:docMk/>
          <pc:sldMk cId="3015505513" sldId="852"/>
        </pc:sldMkLst>
        <pc:spChg chg="mod">
          <ac:chgData name="이지형" userId="3d4594d6552e6340" providerId="LiveId" clId="{D6C321E9-BF70-46AD-9B1D-AB439B8AFAE3}" dt="2018-01-27T14:58:28.809" v="766" actId="20577"/>
          <ac:spMkLst>
            <pc:docMk/>
            <pc:sldMk cId="3015505513" sldId="852"/>
            <ac:spMk id="2" creationId="{00000000-0000-0000-0000-000000000000}"/>
          </ac:spMkLst>
        </pc:spChg>
        <pc:spChg chg="mod">
          <ac:chgData name="이지형" userId="3d4594d6552e6340" providerId="LiveId" clId="{D6C321E9-BF70-46AD-9B1D-AB439B8AFAE3}" dt="2018-01-27T14:20:10.127" v="154" actId="20577"/>
          <ac:spMkLst>
            <pc:docMk/>
            <pc:sldMk cId="3015505513" sldId="852"/>
            <ac:spMk id="4" creationId="{00000000-0000-0000-0000-000000000000}"/>
          </ac:spMkLst>
        </pc:spChg>
        <pc:spChg chg="mod">
          <ac:chgData name="이지형" userId="3d4594d6552e6340" providerId="LiveId" clId="{D6C321E9-BF70-46AD-9B1D-AB439B8AFAE3}" dt="2018-01-27T15:01:41.024" v="873" actId="20577"/>
          <ac:spMkLst>
            <pc:docMk/>
            <pc:sldMk cId="3015505513" sldId="852"/>
            <ac:spMk id="5" creationId="{00000000-0000-0000-0000-000000000000}"/>
          </ac:spMkLst>
        </pc:spChg>
        <pc:spChg chg="add del">
          <ac:chgData name="이지형" userId="3d4594d6552e6340" providerId="LiveId" clId="{D6C321E9-BF70-46AD-9B1D-AB439B8AFAE3}" dt="2018-01-27T14:45:43.491" v="459" actId="478"/>
          <ac:spMkLst>
            <pc:docMk/>
            <pc:sldMk cId="3015505513" sldId="852"/>
            <ac:spMk id="13" creationId="{FE941C74-9290-4A2E-A5CF-264C800F6C5A}"/>
          </ac:spMkLst>
        </pc:spChg>
      </pc:sldChg>
      <pc:sldChg chg="addSp delSp modSp add">
        <pc:chgData name="이지형" userId="3d4594d6552e6340" providerId="LiveId" clId="{D6C321E9-BF70-46AD-9B1D-AB439B8AFAE3}" dt="2018-01-27T15:01:49.257" v="875" actId="20577"/>
        <pc:sldMkLst>
          <pc:docMk/>
          <pc:sldMk cId="1847007916" sldId="853"/>
        </pc:sldMkLst>
        <pc:spChg chg="del">
          <ac:chgData name="이지형" userId="3d4594d6552e6340" providerId="LiveId" clId="{D6C321E9-BF70-46AD-9B1D-AB439B8AFAE3}" dt="2018-01-27T15:01:48.941" v="874" actId="478"/>
          <ac:spMkLst>
            <pc:docMk/>
            <pc:sldMk cId="1847007916" sldId="853"/>
            <ac:spMk id="5" creationId="{00000000-0000-0000-0000-000000000000}"/>
          </ac:spMkLst>
        </pc:spChg>
        <pc:spChg chg="add del mod">
          <ac:chgData name="이지형" userId="3d4594d6552e6340" providerId="LiveId" clId="{D6C321E9-BF70-46AD-9B1D-AB439B8AFAE3}" dt="2018-01-27T14:46:44.361" v="463" actId="20577"/>
          <ac:spMkLst>
            <pc:docMk/>
            <pc:sldMk cId="1847007916" sldId="853"/>
            <ac:spMk id="13" creationId="{88A72EA4-1CD1-4A8F-8F83-09B25702FAD0}"/>
          </ac:spMkLst>
        </pc:spChg>
        <pc:spChg chg="add">
          <ac:chgData name="이지형" userId="3d4594d6552e6340" providerId="LiveId" clId="{D6C321E9-BF70-46AD-9B1D-AB439B8AFAE3}" dt="2018-01-27T15:01:49.257" v="875" actId="20577"/>
          <ac:spMkLst>
            <pc:docMk/>
            <pc:sldMk cId="1847007916" sldId="853"/>
            <ac:spMk id="14" creationId="{FB619EB5-98E3-42DA-9847-10106FFC2B12}"/>
          </ac:spMkLst>
        </pc:spChg>
      </pc:sldChg>
      <pc:sldChg chg="addSp delSp modSp add modAnim">
        <pc:chgData name="이지형" userId="3d4594d6552e6340" providerId="LiveId" clId="{D6C321E9-BF70-46AD-9B1D-AB439B8AFAE3}" dt="2018-01-27T15:01:59.845" v="877" actId="20577"/>
        <pc:sldMkLst>
          <pc:docMk/>
          <pc:sldMk cId="1496967525" sldId="862"/>
        </pc:sldMkLst>
        <pc:spChg chg="del">
          <ac:chgData name="이지형" userId="3d4594d6552e6340" providerId="LiveId" clId="{D6C321E9-BF70-46AD-9B1D-AB439B8AFAE3}" dt="2018-01-27T15:01:59.492" v="876" actId="478"/>
          <ac:spMkLst>
            <pc:docMk/>
            <pc:sldMk cId="1496967525" sldId="862"/>
            <ac:spMk id="5" creationId="{00000000-0000-0000-0000-000000000000}"/>
          </ac:spMkLst>
        </pc:spChg>
        <pc:spChg chg="mod">
          <ac:chgData name="이지형" userId="3d4594d6552e6340" providerId="LiveId" clId="{D6C321E9-BF70-46AD-9B1D-AB439B8AFAE3}" dt="2018-01-27T14:21:15.807" v="158" actId="164"/>
          <ac:spMkLst>
            <pc:docMk/>
            <pc:sldMk cId="1496967525" sldId="862"/>
            <ac:spMk id="6" creationId="{00000000-0000-0000-0000-000000000000}"/>
          </ac:spMkLst>
        </pc:spChg>
        <pc:spChg chg="mod">
          <ac:chgData name="이지형" userId="3d4594d6552e6340" providerId="LiveId" clId="{D6C321E9-BF70-46AD-9B1D-AB439B8AFAE3}" dt="2018-01-27T14:21:15.807" v="158" actId="164"/>
          <ac:spMkLst>
            <pc:docMk/>
            <pc:sldMk cId="1496967525" sldId="862"/>
            <ac:spMk id="7" creationId="{00000000-0000-0000-0000-000000000000}"/>
          </ac:spMkLst>
        </pc:spChg>
        <pc:spChg chg="mod">
          <ac:chgData name="이지형" userId="3d4594d6552e6340" providerId="LiveId" clId="{D6C321E9-BF70-46AD-9B1D-AB439B8AFAE3}" dt="2018-01-27T14:21:15.807" v="158" actId="164"/>
          <ac:spMkLst>
            <pc:docMk/>
            <pc:sldMk cId="1496967525" sldId="862"/>
            <ac:spMk id="8" creationId="{00000000-0000-0000-0000-000000000000}"/>
          </ac:spMkLst>
        </pc:spChg>
        <pc:spChg chg="mod">
          <ac:chgData name="이지형" userId="3d4594d6552e6340" providerId="LiveId" clId="{D6C321E9-BF70-46AD-9B1D-AB439B8AFAE3}" dt="2018-01-27T14:21:24.844" v="161" actId="404"/>
          <ac:spMkLst>
            <pc:docMk/>
            <pc:sldMk cId="1496967525" sldId="862"/>
            <ac:spMk id="11" creationId="{00000000-0000-0000-0000-000000000000}"/>
          </ac:spMkLst>
        </pc:spChg>
        <pc:spChg chg="mod">
          <ac:chgData name="이지형" userId="3d4594d6552e6340" providerId="LiveId" clId="{D6C321E9-BF70-46AD-9B1D-AB439B8AFAE3}" dt="2018-01-27T14:21:24.844" v="161" actId="404"/>
          <ac:spMkLst>
            <pc:docMk/>
            <pc:sldMk cId="1496967525" sldId="862"/>
            <ac:spMk id="12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4:24:55.090" v="207" actId="20577"/>
          <ac:spMkLst>
            <pc:docMk/>
            <pc:sldMk cId="1496967525" sldId="862"/>
            <ac:spMk id="13" creationId="{A701DC23-6E7C-4B9B-B722-98ED319D8AE2}"/>
          </ac:spMkLst>
        </pc:spChg>
        <pc:spChg chg="add mod">
          <ac:chgData name="이지형" userId="3d4594d6552e6340" providerId="LiveId" clId="{D6C321E9-BF70-46AD-9B1D-AB439B8AFAE3}" dt="2018-01-27T14:28:10.547" v="324" actId="164"/>
          <ac:spMkLst>
            <pc:docMk/>
            <pc:sldMk cId="1496967525" sldId="862"/>
            <ac:spMk id="15" creationId="{31866484-61DE-4784-AD2F-9F418584B66D}"/>
          </ac:spMkLst>
        </pc:spChg>
        <pc:spChg chg="add mod">
          <ac:chgData name="이지형" userId="3d4594d6552e6340" providerId="LiveId" clId="{D6C321E9-BF70-46AD-9B1D-AB439B8AFAE3}" dt="2018-01-27T14:28:10.547" v="324" actId="164"/>
          <ac:spMkLst>
            <pc:docMk/>
            <pc:sldMk cId="1496967525" sldId="862"/>
            <ac:spMk id="16" creationId="{B58292F9-330F-41E9-B51E-97504BF7E54A}"/>
          </ac:spMkLst>
        </pc:spChg>
        <pc:spChg chg="add mod">
          <ac:chgData name="이지형" userId="3d4594d6552e6340" providerId="LiveId" clId="{D6C321E9-BF70-46AD-9B1D-AB439B8AFAE3}" dt="2018-01-27T14:28:10.547" v="324" actId="164"/>
          <ac:spMkLst>
            <pc:docMk/>
            <pc:sldMk cId="1496967525" sldId="862"/>
            <ac:spMk id="17" creationId="{A1E18AC1-5E2E-43EF-B44C-A6F01410D176}"/>
          </ac:spMkLst>
        </pc:spChg>
        <pc:spChg chg="add mod">
          <ac:chgData name="이지형" userId="3d4594d6552e6340" providerId="LiveId" clId="{D6C321E9-BF70-46AD-9B1D-AB439B8AFAE3}" dt="2018-01-27T14:28:10.547" v="324" actId="164"/>
          <ac:spMkLst>
            <pc:docMk/>
            <pc:sldMk cId="1496967525" sldId="862"/>
            <ac:spMk id="18" creationId="{E5A6B343-F392-478F-9B1B-B41155DB9FE1}"/>
          </ac:spMkLst>
        </pc:spChg>
        <pc:spChg chg="add mod ord">
          <ac:chgData name="이지형" userId="3d4594d6552e6340" providerId="LiveId" clId="{D6C321E9-BF70-46AD-9B1D-AB439B8AFAE3}" dt="2018-01-27T14:29:15.992" v="332" actId="14100"/>
          <ac:spMkLst>
            <pc:docMk/>
            <pc:sldMk cId="1496967525" sldId="862"/>
            <ac:spMk id="19" creationId="{B64DFFA0-F1AA-4F4C-92F6-4BC4866B88E5}"/>
          </ac:spMkLst>
        </pc:spChg>
        <pc:spChg chg="add">
          <ac:chgData name="이지형" userId="3d4594d6552e6340" providerId="LiveId" clId="{D6C321E9-BF70-46AD-9B1D-AB439B8AFAE3}" dt="2018-01-27T15:01:59.845" v="877" actId="20577"/>
          <ac:spMkLst>
            <pc:docMk/>
            <pc:sldMk cId="1496967525" sldId="862"/>
            <ac:spMk id="21" creationId="{AD34538F-3923-4CC0-9107-5B94FAE9D4F1}"/>
          </ac:spMkLst>
        </pc:spChg>
        <pc:grpChg chg="add mod">
          <ac:chgData name="이지형" userId="3d4594d6552e6340" providerId="LiveId" clId="{D6C321E9-BF70-46AD-9B1D-AB439B8AFAE3}" dt="2018-01-27T14:21:33.442" v="163" actId="1076"/>
          <ac:grpSpMkLst>
            <pc:docMk/>
            <pc:sldMk cId="1496967525" sldId="862"/>
            <ac:grpSpMk id="14" creationId="{84B16146-69B5-4560-B093-33FBCD522A20}"/>
          </ac:grpSpMkLst>
        </pc:grpChg>
        <pc:grpChg chg="add mod">
          <ac:chgData name="이지형" userId="3d4594d6552e6340" providerId="LiveId" clId="{D6C321E9-BF70-46AD-9B1D-AB439B8AFAE3}" dt="2018-01-27T14:28:10.547" v="324" actId="164"/>
          <ac:grpSpMkLst>
            <pc:docMk/>
            <pc:sldMk cId="1496967525" sldId="862"/>
            <ac:grpSpMk id="20" creationId="{C83F1EB7-F598-4EBC-8BFE-04A550963044}"/>
          </ac:grpSpMkLst>
        </pc:grpChg>
        <pc:cxnChg chg="mod">
          <ac:chgData name="이지형" userId="3d4594d6552e6340" providerId="LiveId" clId="{D6C321E9-BF70-46AD-9B1D-AB439B8AFAE3}" dt="2018-01-27T14:21:15.807" v="158" actId="164"/>
          <ac:cxnSpMkLst>
            <pc:docMk/>
            <pc:sldMk cId="1496967525" sldId="862"/>
            <ac:cxnSpMk id="9" creationId="{00000000-0000-0000-0000-000000000000}"/>
          </ac:cxnSpMkLst>
        </pc:cxnChg>
        <pc:cxnChg chg="mod">
          <ac:chgData name="이지형" userId="3d4594d6552e6340" providerId="LiveId" clId="{D6C321E9-BF70-46AD-9B1D-AB439B8AFAE3}" dt="2018-01-27T14:21:15.807" v="158" actId="164"/>
          <ac:cxnSpMkLst>
            <pc:docMk/>
            <pc:sldMk cId="1496967525" sldId="862"/>
            <ac:cxnSpMk id="10" creationId="{00000000-0000-0000-0000-000000000000}"/>
          </ac:cxnSpMkLst>
        </pc:cxnChg>
      </pc:sldChg>
      <pc:sldChg chg="addSp delSp modSp add modAnim">
        <pc:chgData name="이지형" userId="3d4594d6552e6340" providerId="LiveId" clId="{D6C321E9-BF70-46AD-9B1D-AB439B8AFAE3}" dt="2018-01-27T15:02:04.892" v="879" actId="20577"/>
        <pc:sldMkLst>
          <pc:docMk/>
          <pc:sldMk cId="708248673" sldId="863"/>
        </pc:sldMkLst>
        <pc:spChg chg="del">
          <ac:chgData name="이지형" userId="3d4594d6552e6340" providerId="LiveId" clId="{D6C321E9-BF70-46AD-9B1D-AB439B8AFAE3}" dt="2018-01-27T15:02:04.642" v="878" actId="478"/>
          <ac:spMkLst>
            <pc:docMk/>
            <pc:sldMk cId="708248673" sldId="863"/>
            <ac:spMk id="5" creationId="{00000000-0000-0000-0000-000000000000}"/>
          </ac:spMkLst>
        </pc:spChg>
        <pc:spChg chg="del">
          <ac:chgData name="이지형" userId="3d4594d6552e6340" providerId="LiveId" clId="{D6C321E9-BF70-46AD-9B1D-AB439B8AFAE3}" dt="2018-01-27T14:28:25.558" v="327" actId="478"/>
          <ac:spMkLst>
            <pc:docMk/>
            <pc:sldMk cId="708248673" sldId="863"/>
            <ac:spMk id="13" creationId="{A701DC23-6E7C-4B9B-B722-98ED319D8AE2}"/>
          </ac:spMkLst>
        </pc:spChg>
        <pc:spChg chg="add del">
          <ac:chgData name="이지형" userId="3d4594d6552e6340" providerId="LiveId" clId="{D6C321E9-BF70-46AD-9B1D-AB439B8AFAE3}" dt="2018-01-27T14:29:24.225" v="335" actId="20577"/>
          <ac:spMkLst>
            <pc:docMk/>
            <pc:sldMk cId="708248673" sldId="863"/>
            <ac:spMk id="21" creationId="{E2CDF86B-D6E5-4AE5-B0ED-97B9CC21DB6B}"/>
          </ac:spMkLst>
        </pc:spChg>
        <pc:spChg chg="mod">
          <ac:chgData name="이지형" userId="3d4594d6552e6340" providerId="LiveId" clId="{D6C321E9-BF70-46AD-9B1D-AB439B8AFAE3}" dt="2018-01-27T14:31:15.044" v="369" actId="1038"/>
          <ac:spMkLst>
            <pc:docMk/>
            <pc:sldMk cId="708248673" sldId="863"/>
            <ac:spMk id="30" creationId="{9571D5EC-FB01-429F-A5E5-9A30ED8E57D4}"/>
          </ac:spMkLst>
        </pc:spChg>
        <pc:spChg chg="mod">
          <ac:chgData name="이지형" userId="3d4594d6552e6340" providerId="LiveId" clId="{D6C321E9-BF70-46AD-9B1D-AB439B8AFAE3}" dt="2018-01-27T14:31:15.044" v="369" actId="1038"/>
          <ac:spMkLst>
            <pc:docMk/>
            <pc:sldMk cId="708248673" sldId="863"/>
            <ac:spMk id="31" creationId="{EF5BFCEC-F14D-4CC6-885C-F9AB8AA3DBFB}"/>
          </ac:spMkLst>
        </pc:spChg>
        <pc:spChg chg="mod">
          <ac:chgData name="이지형" userId="3d4594d6552e6340" providerId="LiveId" clId="{D6C321E9-BF70-46AD-9B1D-AB439B8AFAE3}" dt="2018-01-27T14:31:37.015" v="380" actId="1037"/>
          <ac:spMkLst>
            <pc:docMk/>
            <pc:sldMk cId="708248673" sldId="863"/>
            <ac:spMk id="32" creationId="{36E27911-17F7-41D5-8940-7540934016C6}"/>
          </ac:spMkLst>
        </pc:spChg>
        <pc:spChg chg="mod">
          <ac:chgData name="이지형" userId="3d4594d6552e6340" providerId="LiveId" clId="{D6C321E9-BF70-46AD-9B1D-AB439B8AFAE3}" dt="2018-01-27T14:31:51.927" v="404" actId="1076"/>
          <ac:spMkLst>
            <pc:docMk/>
            <pc:sldMk cId="708248673" sldId="863"/>
            <ac:spMk id="33" creationId="{E06CDE5B-ACBF-439D-A15A-07672CDCE610}"/>
          </ac:spMkLst>
        </pc:spChg>
        <pc:spChg chg="add">
          <ac:chgData name="이지형" userId="3d4594d6552e6340" providerId="LiveId" clId="{D6C321E9-BF70-46AD-9B1D-AB439B8AFAE3}" dt="2018-01-27T15:02:04.892" v="879" actId="20577"/>
          <ac:spMkLst>
            <pc:docMk/>
            <pc:sldMk cId="708248673" sldId="863"/>
            <ac:spMk id="34" creationId="{EC35EEAE-575B-456F-91E6-F67FCA65EF5D}"/>
          </ac:spMkLst>
        </pc:spChg>
        <pc:grpChg chg="del">
          <ac:chgData name="이지형" userId="3d4594d6552e6340" providerId="LiveId" clId="{D6C321E9-BF70-46AD-9B1D-AB439B8AFAE3}" dt="2018-01-27T14:28:25.558" v="327" actId="478"/>
          <ac:grpSpMkLst>
            <pc:docMk/>
            <pc:sldMk cId="708248673" sldId="863"/>
            <ac:grpSpMk id="14" creationId="{84B16146-69B5-4560-B093-33FBCD522A20}"/>
          </ac:grpSpMkLst>
        </pc:grpChg>
        <pc:grpChg chg="del mod">
          <ac:chgData name="이지형" userId="3d4594d6552e6340" providerId="LiveId" clId="{D6C321E9-BF70-46AD-9B1D-AB439B8AFAE3}" dt="2018-01-27T14:29:22.552" v="333" actId="478"/>
          <ac:grpSpMkLst>
            <pc:docMk/>
            <pc:sldMk cId="708248673" sldId="863"/>
            <ac:grpSpMk id="20" creationId="{C83F1EB7-F598-4EBC-8BFE-04A550963044}"/>
          </ac:grpSpMkLst>
        </pc:grpChg>
        <pc:grpChg chg="add mod">
          <ac:chgData name="이지형" userId="3d4594d6552e6340" providerId="LiveId" clId="{D6C321E9-BF70-46AD-9B1D-AB439B8AFAE3}" dt="2018-01-27T14:29:32.765" v="337" actId="1076"/>
          <ac:grpSpMkLst>
            <pc:docMk/>
            <pc:sldMk cId="708248673" sldId="863"/>
            <ac:grpSpMk id="22" creationId="{553D1173-9759-4BD4-81BC-723A96869B2C}"/>
          </ac:grpSpMkLst>
        </pc:grpChg>
        <pc:grpChg chg="add mod">
          <ac:chgData name="이지형" userId="3d4594d6552e6340" providerId="LiveId" clId="{D6C321E9-BF70-46AD-9B1D-AB439B8AFAE3}" dt="2018-01-27T14:31:34.259" v="378" actId="20577"/>
          <ac:grpSpMkLst>
            <pc:docMk/>
            <pc:sldMk cId="708248673" sldId="863"/>
            <ac:grpSpMk id="28" creationId="{6A46034A-6613-496A-914C-E110E85B7228}"/>
          </ac:grpSpMkLst>
        </pc:grpChg>
      </pc:sldChg>
      <pc:sldChg chg="addSp delSp modSp add modAnim">
        <pc:chgData name="이지형" userId="3d4594d6552e6340" providerId="LiveId" clId="{D6C321E9-BF70-46AD-9B1D-AB439B8AFAE3}" dt="2018-01-27T15:02:09.711" v="881" actId="20577"/>
        <pc:sldMkLst>
          <pc:docMk/>
          <pc:sldMk cId="2998292308" sldId="864"/>
        </pc:sldMkLst>
        <pc:spChg chg="del">
          <ac:chgData name="이지형" userId="3d4594d6552e6340" providerId="LiveId" clId="{D6C321E9-BF70-46AD-9B1D-AB439B8AFAE3}" dt="2018-01-27T15:02:09.230" v="880" actId="478"/>
          <ac:spMkLst>
            <pc:docMk/>
            <pc:sldMk cId="2998292308" sldId="864"/>
            <ac:spMk id="5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4:33:01.606" v="415" actId="1076"/>
          <ac:spMkLst>
            <pc:docMk/>
            <pc:sldMk cId="2998292308" sldId="864"/>
            <ac:spMk id="36" creationId="{DA02EFC8-62A1-40D4-AB72-3E7D1258E4E8}"/>
          </ac:spMkLst>
        </pc:spChg>
        <pc:spChg chg="add mod">
          <ac:chgData name="이지형" userId="3d4594d6552e6340" providerId="LiveId" clId="{D6C321E9-BF70-46AD-9B1D-AB439B8AFAE3}" dt="2018-01-27T14:34:18.929" v="435" actId="1036"/>
          <ac:spMkLst>
            <pc:docMk/>
            <pc:sldMk cId="2998292308" sldId="864"/>
            <ac:spMk id="37" creationId="{AED0AF44-3544-4C4D-8F8B-708449F2CA42}"/>
          </ac:spMkLst>
        </pc:spChg>
        <pc:spChg chg="add mod ord">
          <ac:chgData name="이지형" userId="3d4594d6552e6340" providerId="LiveId" clId="{D6C321E9-BF70-46AD-9B1D-AB439B8AFAE3}" dt="2018-01-27T14:34:13.304" v="431" actId="167"/>
          <ac:spMkLst>
            <pc:docMk/>
            <pc:sldMk cId="2998292308" sldId="864"/>
            <ac:spMk id="38" creationId="{CD317B19-6E9B-43DC-B2A7-7ABA7A725864}"/>
          </ac:spMkLst>
        </pc:spChg>
        <pc:spChg chg="add">
          <ac:chgData name="이지형" userId="3d4594d6552e6340" providerId="LiveId" clId="{D6C321E9-BF70-46AD-9B1D-AB439B8AFAE3}" dt="2018-01-27T15:02:09.711" v="881" actId="20577"/>
          <ac:spMkLst>
            <pc:docMk/>
            <pc:sldMk cId="2998292308" sldId="864"/>
            <ac:spMk id="39" creationId="{D46F5506-1D58-42EC-8C4B-81592FA92B83}"/>
          </ac:spMkLst>
        </pc:spChg>
        <pc:grpChg chg="add">
          <ac:chgData name="이지형" userId="3d4594d6552e6340" providerId="LiveId" clId="{D6C321E9-BF70-46AD-9B1D-AB439B8AFAE3}" dt="2018-01-27T14:32:44.375" v="413" actId="20577"/>
          <ac:grpSpMkLst>
            <pc:docMk/>
            <pc:sldMk cId="2998292308" sldId="864"/>
            <ac:grpSpMk id="18" creationId="{481EA3E4-70E5-4D6A-AE17-AF9780200779}"/>
          </ac:grpSpMkLst>
        </pc:grpChg>
        <pc:grpChg chg="add del">
          <ac:chgData name="이지형" userId="3d4594d6552e6340" providerId="LiveId" clId="{D6C321E9-BF70-46AD-9B1D-AB439B8AFAE3}" dt="2018-01-27T14:32:43.889" v="412" actId="478"/>
          <ac:grpSpMkLst>
            <pc:docMk/>
            <pc:sldMk cId="2998292308" sldId="864"/>
            <ac:grpSpMk id="22" creationId="{553D1173-9759-4BD4-81BC-723A96869B2C}"/>
          </ac:grpSpMkLst>
        </pc:grpChg>
        <pc:grpChg chg="del mod">
          <ac:chgData name="이지형" userId="3d4594d6552e6340" providerId="LiveId" clId="{D6C321E9-BF70-46AD-9B1D-AB439B8AFAE3}" dt="2018-01-27T14:32:42.161" v="411" actId="20577"/>
          <ac:grpSpMkLst>
            <pc:docMk/>
            <pc:sldMk cId="2998292308" sldId="864"/>
            <ac:grpSpMk id="28" creationId="{6A46034A-6613-496A-914C-E110E85B7228}"/>
          </ac:grpSpMkLst>
        </pc:grpChg>
      </pc:sldChg>
      <pc:sldChg chg="addSp delSp modSp add delAnim">
        <pc:chgData name="이지형" userId="3d4594d6552e6340" providerId="LiveId" clId="{D6C321E9-BF70-46AD-9B1D-AB439B8AFAE3}" dt="2018-01-27T15:02:17.703" v="883" actId="20577"/>
        <pc:sldMkLst>
          <pc:docMk/>
          <pc:sldMk cId="4029766401" sldId="865"/>
        </pc:sldMkLst>
        <pc:spChg chg="mod">
          <ac:chgData name="이지형" userId="3d4594d6552e6340" providerId="LiveId" clId="{D6C321E9-BF70-46AD-9B1D-AB439B8AFAE3}" dt="2018-01-27T15:02:17.703" v="883" actId="20577"/>
          <ac:spMkLst>
            <pc:docMk/>
            <pc:sldMk cId="4029766401" sldId="865"/>
            <ac:spMk id="5" creationId="{00000000-0000-0000-0000-000000000000}"/>
          </ac:spMkLst>
        </pc:spChg>
        <pc:spChg chg="add del">
          <ac:chgData name="이지형" userId="3d4594d6552e6340" providerId="LiveId" clId="{D6C321E9-BF70-46AD-9B1D-AB439B8AFAE3}" dt="2018-01-27T14:35:41.041" v="441" actId="478"/>
          <ac:spMkLst>
            <pc:docMk/>
            <pc:sldMk cId="4029766401" sldId="865"/>
            <ac:spMk id="19" creationId="{E90E0108-BD42-4E1B-A2FD-407EAA139867}"/>
          </ac:spMkLst>
        </pc:spChg>
        <pc:spChg chg="add mod">
          <ac:chgData name="이지형" userId="3d4594d6552e6340" providerId="LiveId" clId="{D6C321E9-BF70-46AD-9B1D-AB439B8AFAE3}" dt="2018-01-27T14:47:22.300" v="470" actId="1076"/>
          <ac:spMkLst>
            <pc:docMk/>
            <pc:sldMk cId="4029766401" sldId="865"/>
            <ac:spMk id="24" creationId="{18D46619-8694-4E6D-B511-D3FA470DDAD4}"/>
          </ac:spMkLst>
        </pc:spChg>
        <pc:spChg chg="mod">
          <ac:chgData name="이지형" userId="3d4594d6552e6340" providerId="LiveId" clId="{D6C321E9-BF70-46AD-9B1D-AB439B8AFAE3}" dt="2018-01-27T14:35:27.941" v="437" actId="164"/>
          <ac:spMkLst>
            <pc:docMk/>
            <pc:sldMk cId="4029766401" sldId="865"/>
            <ac:spMk id="36" creationId="{DA02EFC8-62A1-40D4-AB72-3E7D1258E4E8}"/>
          </ac:spMkLst>
        </pc:spChg>
        <pc:spChg chg="mod">
          <ac:chgData name="이지형" userId="3d4594d6552e6340" providerId="LiveId" clId="{D6C321E9-BF70-46AD-9B1D-AB439B8AFAE3}" dt="2018-01-27T14:35:27.941" v="437" actId="164"/>
          <ac:spMkLst>
            <pc:docMk/>
            <pc:sldMk cId="4029766401" sldId="865"/>
            <ac:spMk id="37" creationId="{AED0AF44-3544-4C4D-8F8B-708449F2CA42}"/>
          </ac:spMkLst>
        </pc:spChg>
        <pc:spChg chg="mod">
          <ac:chgData name="이지형" userId="3d4594d6552e6340" providerId="LiveId" clId="{D6C321E9-BF70-46AD-9B1D-AB439B8AFAE3}" dt="2018-01-27T14:35:27.941" v="437" actId="164"/>
          <ac:spMkLst>
            <pc:docMk/>
            <pc:sldMk cId="4029766401" sldId="865"/>
            <ac:spMk id="38" creationId="{CD317B19-6E9B-43DC-B2A7-7ABA7A725864}"/>
          </ac:spMkLst>
        </pc:spChg>
        <pc:grpChg chg="add del mod">
          <ac:chgData name="이지형" userId="3d4594d6552e6340" providerId="LiveId" clId="{D6C321E9-BF70-46AD-9B1D-AB439B8AFAE3}" dt="2018-01-27T14:35:37.314" v="439" actId="20577"/>
          <ac:grpSpMkLst>
            <pc:docMk/>
            <pc:sldMk cId="4029766401" sldId="865"/>
            <ac:grpSpMk id="6" creationId="{1AA976CC-1EBB-4EE4-84DC-D223F69C302F}"/>
          </ac:grpSpMkLst>
        </pc:grpChg>
        <pc:grpChg chg="add mod">
          <ac:chgData name="이지형" userId="3d4594d6552e6340" providerId="LiveId" clId="{D6C321E9-BF70-46AD-9B1D-AB439B8AFAE3}" dt="2018-01-27T14:47:12.001" v="468" actId="1076"/>
          <ac:grpSpMkLst>
            <pc:docMk/>
            <pc:sldMk cId="4029766401" sldId="865"/>
            <ac:grpSpMk id="16" creationId="{79F2B227-1049-4913-BF1D-A720D2A10D63}"/>
          </ac:grpSpMkLst>
        </pc:grpChg>
        <pc:grpChg chg="del">
          <ac:chgData name="이지형" userId="3d4594d6552e6340" providerId="LiveId" clId="{D6C321E9-BF70-46AD-9B1D-AB439B8AFAE3}" dt="2018-01-27T14:35:43.084" v="442" actId="478"/>
          <ac:grpSpMkLst>
            <pc:docMk/>
            <pc:sldMk cId="4029766401" sldId="865"/>
            <ac:grpSpMk id="18" creationId="{481EA3E4-70E5-4D6A-AE17-AF9780200779}"/>
          </ac:grpSpMkLst>
        </pc:grpChg>
      </pc:sldChg>
      <pc:sldChg chg="addSp delSp modSp add">
        <pc:chgData name="이지형" userId="3d4594d6552e6340" providerId="LiveId" clId="{D6C321E9-BF70-46AD-9B1D-AB439B8AFAE3}" dt="2018-01-27T15:02:53.209" v="890" actId="20577"/>
        <pc:sldMkLst>
          <pc:docMk/>
          <pc:sldMk cId="2099373048" sldId="866"/>
        </pc:sldMkLst>
        <pc:spChg chg="del">
          <ac:chgData name="이지형" userId="3d4594d6552e6340" providerId="LiveId" clId="{D6C321E9-BF70-46AD-9B1D-AB439B8AFAE3}" dt="2018-01-27T14:48:13.258" v="472" actId="478"/>
          <ac:spMkLst>
            <pc:docMk/>
            <pc:sldMk cId="2099373048" sldId="866"/>
            <ac:spMk id="5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4:49:14.952" v="488" actId="164"/>
          <ac:spMkLst>
            <pc:docMk/>
            <pc:sldMk cId="2099373048" sldId="866"/>
            <ac:spMk id="6" creationId="{F36AA708-7393-4A31-9808-55FA1A946B7F}"/>
          </ac:spMkLst>
        </pc:spChg>
        <pc:spChg chg="add mod">
          <ac:chgData name="이지형" userId="3d4594d6552e6340" providerId="LiveId" clId="{D6C321E9-BF70-46AD-9B1D-AB439B8AFAE3}" dt="2018-01-27T15:02:30.346" v="885" actId="20577"/>
          <ac:spMkLst>
            <pc:docMk/>
            <pc:sldMk cId="2099373048" sldId="866"/>
            <ac:spMk id="13" creationId="{5120A7AE-845F-4495-BB3D-7A8EA246D2CE}"/>
          </ac:spMkLst>
        </pc:spChg>
        <pc:spChg chg="add mod">
          <ac:chgData name="이지형" userId="3d4594d6552e6340" providerId="LiveId" clId="{D6C321E9-BF70-46AD-9B1D-AB439B8AFAE3}" dt="2018-01-27T14:50:26.549" v="502" actId="1076"/>
          <ac:spMkLst>
            <pc:docMk/>
            <pc:sldMk cId="2099373048" sldId="866"/>
            <ac:spMk id="14" creationId="{3FA26BB3-50BA-41AF-8B83-27FFEB25946E}"/>
          </ac:spMkLst>
        </pc:spChg>
        <pc:spChg chg="add mod">
          <ac:chgData name="이지형" userId="3d4594d6552e6340" providerId="LiveId" clId="{D6C321E9-BF70-46AD-9B1D-AB439B8AFAE3}" dt="2018-01-27T14:50:20.890" v="501" actId="1076"/>
          <ac:spMkLst>
            <pc:docMk/>
            <pc:sldMk cId="2099373048" sldId="866"/>
            <ac:spMk id="15" creationId="{01A71A58-D491-4C43-B7EA-FA11C77C0B03}"/>
          </ac:spMkLst>
        </pc:spChg>
        <pc:spChg chg="add del mod topLvl">
          <ac:chgData name="이지형" userId="3d4594d6552e6340" providerId="LiveId" clId="{D6C321E9-BF70-46AD-9B1D-AB439B8AFAE3}" dt="2018-01-27T14:49:14.952" v="488" actId="164"/>
          <ac:spMkLst>
            <pc:docMk/>
            <pc:sldMk cId="2099373048" sldId="866"/>
            <ac:spMk id="17" creationId="{876EEE70-8C37-4C6C-9B64-74E3FC728A9B}"/>
          </ac:spMkLst>
        </pc:spChg>
        <pc:spChg chg="add mod">
          <ac:chgData name="이지형" userId="3d4594d6552e6340" providerId="LiveId" clId="{D6C321E9-BF70-46AD-9B1D-AB439B8AFAE3}" dt="2018-01-27T15:02:53.209" v="890" actId="20577"/>
          <ac:spMkLst>
            <pc:docMk/>
            <pc:sldMk cId="2099373048" sldId="866"/>
            <ac:spMk id="18" creationId="{2C3FE155-C268-4069-8D3A-6B08CC5F3A21}"/>
          </ac:spMkLst>
        </pc:spChg>
        <pc:spChg chg="add del mod topLvl">
          <ac:chgData name="이지형" userId="3d4594d6552e6340" providerId="LiveId" clId="{D6C321E9-BF70-46AD-9B1D-AB439B8AFAE3}" dt="2018-01-27T14:49:14.952" v="488" actId="164"/>
          <ac:spMkLst>
            <pc:docMk/>
            <pc:sldMk cId="2099373048" sldId="866"/>
            <ac:spMk id="22" creationId="{E37C9EA6-44B6-476B-9B12-CE4E7B8A1578}"/>
          </ac:spMkLst>
        </pc:spChg>
        <pc:spChg chg="add del mod topLvl">
          <ac:chgData name="이지형" userId="3d4594d6552e6340" providerId="LiveId" clId="{D6C321E9-BF70-46AD-9B1D-AB439B8AFAE3}" dt="2018-01-27T14:48:51.540" v="481" actId="478"/>
          <ac:spMkLst>
            <pc:docMk/>
            <pc:sldMk cId="2099373048" sldId="866"/>
            <ac:spMk id="23" creationId="{33BE0CE0-1ED7-48F2-8405-716179C99920}"/>
          </ac:spMkLst>
        </pc:spChg>
        <pc:spChg chg="del">
          <ac:chgData name="이지형" userId="3d4594d6552e6340" providerId="LiveId" clId="{D6C321E9-BF70-46AD-9B1D-AB439B8AFAE3}" dt="2018-01-27T14:48:13.258" v="472" actId="478"/>
          <ac:spMkLst>
            <pc:docMk/>
            <pc:sldMk cId="2099373048" sldId="866"/>
            <ac:spMk id="24" creationId="{18D46619-8694-4E6D-B511-D3FA470DDAD4}"/>
          </ac:spMkLst>
        </pc:spChg>
        <pc:grpChg chg="add mod">
          <ac:chgData name="이지형" userId="3d4594d6552e6340" providerId="LiveId" clId="{D6C321E9-BF70-46AD-9B1D-AB439B8AFAE3}" dt="2018-01-27T14:49:26.114" v="492" actId="1076"/>
          <ac:grpSpMkLst>
            <pc:docMk/>
            <pc:sldMk cId="2099373048" sldId="866"/>
            <ac:grpSpMk id="7" creationId="{B548A711-9C81-467D-83B5-F5C03C649412}"/>
          </ac:grpSpMkLst>
        </pc:grpChg>
        <pc:grpChg chg="del">
          <ac:chgData name="이지형" userId="3d4594d6552e6340" providerId="LiveId" clId="{D6C321E9-BF70-46AD-9B1D-AB439B8AFAE3}" dt="2018-01-27T14:48:40.522" v="476" actId="165"/>
          <ac:grpSpMkLst>
            <pc:docMk/>
            <pc:sldMk cId="2099373048" sldId="866"/>
            <ac:grpSpMk id="16" creationId="{79F2B227-1049-4913-BF1D-A720D2A10D63}"/>
          </ac:grpSpMkLst>
        </pc:grpChg>
      </pc:sldChg>
      <pc:sldChg chg="addSp delSp modSp add">
        <pc:chgData name="이지형" userId="3d4594d6552e6340" providerId="LiveId" clId="{D6C321E9-BF70-46AD-9B1D-AB439B8AFAE3}" dt="2018-01-27T15:04:19.471" v="909" actId="20577"/>
        <pc:sldMkLst>
          <pc:docMk/>
          <pc:sldMk cId="2524609722" sldId="867"/>
        </pc:sldMkLst>
        <pc:spChg chg="mod topLvl">
          <ac:chgData name="이지형" userId="3d4594d6552e6340" providerId="LiveId" clId="{D6C321E9-BF70-46AD-9B1D-AB439B8AFAE3}" dt="2018-01-27T14:51:22.837" v="507" actId="165"/>
          <ac:spMkLst>
            <pc:docMk/>
            <pc:sldMk cId="2524609722" sldId="867"/>
            <ac:spMk id="6" creationId="{F36AA708-7393-4A31-9808-55FA1A946B7F}"/>
          </ac:spMkLst>
        </pc:spChg>
        <pc:spChg chg="del">
          <ac:chgData name="이지형" userId="3d4594d6552e6340" providerId="LiveId" clId="{D6C321E9-BF70-46AD-9B1D-AB439B8AFAE3}" dt="2018-01-27T14:51:46.816" v="513" actId="478"/>
          <ac:spMkLst>
            <pc:docMk/>
            <pc:sldMk cId="2524609722" sldId="867"/>
            <ac:spMk id="13" creationId="{5120A7AE-845F-4495-BB3D-7A8EA246D2CE}"/>
          </ac:spMkLst>
        </pc:spChg>
        <pc:spChg chg="del">
          <ac:chgData name="이지형" userId="3d4594d6552e6340" providerId="LiveId" clId="{D6C321E9-BF70-46AD-9B1D-AB439B8AFAE3}" dt="2018-01-27T14:51:46.816" v="513" actId="478"/>
          <ac:spMkLst>
            <pc:docMk/>
            <pc:sldMk cId="2524609722" sldId="867"/>
            <ac:spMk id="14" creationId="{3FA26BB3-50BA-41AF-8B83-27FFEB25946E}"/>
          </ac:spMkLst>
        </pc:spChg>
        <pc:spChg chg="del">
          <ac:chgData name="이지형" userId="3d4594d6552e6340" providerId="LiveId" clId="{D6C321E9-BF70-46AD-9B1D-AB439B8AFAE3}" dt="2018-01-27T14:51:46.816" v="513" actId="478"/>
          <ac:spMkLst>
            <pc:docMk/>
            <pc:sldMk cId="2524609722" sldId="867"/>
            <ac:spMk id="15" creationId="{01A71A58-D491-4C43-B7EA-FA11C77C0B03}"/>
          </ac:spMkLst>
        </pc:spChg>
        <pc:spChg chg="add mod">
          <ac:chgData name="이지형" userId="3d4594d6552e6340" providerId="LiveId" clId="{D6C321E9-BF70-46AD-9B1D-AB439B8AFAE3}" dt="2018-01-27T15:03:17.414" v="896" actId="20577"/>
          <ac:spMkLst>
            <pc:docMk/>
            <pc:sldMk cId="2524609722" sldId="867"/>
            <ac:spMk id="16" creationId="{122277DB-CA65-44CB-8771-ACA69B5571FF}"/>
          </ac:spMkLst>
        </pc:spChg>
        <pc:spChg chg="mod topLvl">
          <ac:chgData name="이지형" userId="3d4594d6552e6340" providerId="LiveId" clId="{D6C321E9-BF70-46AD-9B1D-AB439B8AFAE3}" dt="2018-01-27T14:51:42.815" v="512" actId="14100"/>
          <ac:spMkLst>
            <pc:docMk/>
            <pc:sldMk cId="2524609722" sldId="867"/>
            <ac:spMk id="17" creationId="{876EEE70-8C37-4C6C-9B64-74E3FC728A9B}"/>
          </ac:spMkLst>
        </pc:spChg>
        <pc:spChg chg="del">
          <ac:chgData name="이지형" userId="3d4594d6552e6340" providerId="LiveId" clId="{D6C321E9-BF70-46AD-9B1D-AB439B8AFAE3}" dt="2018-01-27T14:51:46.816" v="513" actId="478"/>
          <ac:spMkLst>
            <pc:docMk/>
            <pc:sldMk cId="2524609722" sldId="867"/>
            <ac:spMk id="18" creationId="{2C3FE155-C268-4069-8D3A-6B08CC5F3A21}"/>
          </ac:spMkLst>
        </pc:spChg>
        <pc:spChg chg="add mod">
          <ac:chgData name="이지형" userId="3d4594d6552e6340" providerId="LiveId" clId="{D6C321E9-BF70-46AD-9B1D-AB439B8AFAE3}" dt="2018-01-27T15:03:33.752" v="899" actId="20577"/>
          <ac:spMkLst>
            <pc:docMk/>
            <pc:sldMk cId="2524609722" sldId="867"/>
            <ac:spMk id="19" creationId="{703EF7D1-C50E-48A3-9328-B605870A1EA2}"/>
          </ac:spMkLst>
        </pc:spChg>
        <pc:spChg chg="add mod">
          <ac:chgData name="이지형" userId="3d4594d6552e6340" providerId="LiveId" clId="{D6C321E9-BF70-46AD-9B1D-AB439B8AFAE3}" dt="2018-01-27T15:03:42.585" v="902" actId="20577"/>
          <ac:spMkLst>
            <pc:docMk/>
            <pc:sldMk cId="2524609722" sldId="867"/>
            <ac:spMk id="20" creationId="{277C60C9-E129-4D48-AF36-88865F85724B}"/>
          </ac:spMkLst>
        </pc:spChg>
        <pc:spChg chg="add mod">
          <ac:chgData name="이지형" userId="3d4594d6552e6340" providerId="LiveId" clId="{D6C321E9-BF70-46AD-9B1D-AB439B8AFAE3}" dt="2018-01-27T15:03:51.005" v="904" actId="20577"/>
          <ac:spMkLst>
            <pc:docMk/>
            <pc:sldMk cId="2524609722" sldId="867"/>
            <ac:spMk id="21" creationId="{1BC1B446-5A5B-4D69-A872-DAC88394ABA2}"/>
          </ac:spMkLst>
        </pc:spChg>
        <pc:spChg chg="del mod topLvl">
          <ac:chgData name="이지형" userId="3d4594d6552e6340" providerId="LiveId" clId="{D6C321E9-BF70-46AD-9B1D-AB439B8AFAE3}" dt="2018-01-27T14:51:27.013" v="508" actId="478"/>
          <ac:spMkLst>
            <pc:docMk/>
            <pc:sldMk cId="2524609722" sldId="867"/>
            <ac:spMk id="22" creationId="{E37C9EA6-44B6-476B-9B12-CE4E7B8A1578}"/>
          </ac:spMkLst>
        </pc:spChg>
        <pc:spChg chg="add mod">
          <ac:chgData name="이지형" userId="3d4594d6552e6340" providerId="LiveId" clId="{D6C321E9-BF70-46AD-9B1D-AB439B8AFAE3}" dt="2018-01-27T15:03:56.203" v="907" actId="20577"/>
          <ac:spMkLst>
            <pc:docMk/>
            <pc:sldMk cId="2524609722" sldId="867"/>
            <ac:spMk id="23" creationId="{76293B0E-FEF1-48A9-9937-CD8AA97D7DC9}"/>
          </ac:spMkLst>
        </pc:spChg>
        <pc:spChg chg="add mod ord">
          <ac:chgData name="이지형" userId="3d4594d6552e6340" providerId="LiveId" clId="{D6C321E9-BF70-46AD-9B1D-AB439B8AFAE3}" dt="2018-01-27T14:53:09.203" v="532" actId="167"/>
          <ac:spMkLst>
            <pc:docMk/>
            <pc:sldMk cId="2524609722" sldId="867"/>
            <ac:spMk id="24" creationId="{A94E61EB-9817-442A-B17E-85DF2DC54353}"/>
          </ac:spMkLst>
        </pc:spChg>
        <pc:spChg chg="add mod">
          <ac:chgData name="이지형" userId="3d4594d6552e6340" providerId="LiveId" clId="{D6C321E9-BF70-46AD-9B1D-AB439B8AFAE3}" dt="2018-01-27T14:53:30.859" v="585" actId="1076"/>
          <ac:spMkLst>
            <pc:docMk/>
            <pc:sldMk cId="2524609722" sldId="867"/>
            <ac:spMk id="25" creationId="{F4E073F0-8836-4738-BBC6-6295077CA059}"/>
          </ac:spMkLst>
        </pc:spChg>
        <pc:spChg chg="add mod">
          <ac:chgData name="이지형" userId="3d4594d6552e6340" providerId="LiveId" clId="{D6C321E9-BF70-46AD-9B1D-AB439B8AFAE3}" dt="2018-01-27T15:04:16.103" v="908" actId="20577"/>
          <ac:spMkLst>
            <pc:docMk/>
            <pc:sldMk cId="2524609722" sldId="867"/>
            <ac:spMk id="26" creationId="{56AE18A4-D256-4417-BF9F-C196BCF28DF3}"/>
          </ac:spMkLst>
        </pc:spChg>
        <pc:spChg chg="add mod">
          <ac:chgData name="이지형" userId="3d4594d6552e6340" providerId="LiveId" clId="{D6C321E9-BF70-46AD-9B1D-AB439B8AFAE3}" dt="2018-01-27T15:04:19.471" v="909" actId="20577"/>
          <ac:spMkLst>
            <pc:docMk/>
            <pc:sldMk cId="2524609722" sldId="867"/>
            <ac:spMk id="27" creationId="{847B54EB-5CE4-49D3-BF24-496E03C4A578}"/>
          </ac:spMkLst>
        </pc:spChg>
        <pc:grpChg chg="add del">
          <ac:chgData name="이지형" userId="3d4594d6552e6340" providerId="LiveId" clId="{D6C321E9-BF70-46AD-9B1D-AB439B8AFAE3}" dt="2018-01-27T14:51:22.837" v="507" actId="165"/>
          <ac:grpSpMkLst>
            <pc:docMk/>
            <pc:sldMk cId="2524609722" sldId="867"/>
            <ac:grpSpMk id="7" creationId="{B548A711-9C81-467D-83B5-F5C03C649412}"/>
          </ac:grpSpMkLst>
        </pc:grpChg>
      </pc:sldChg>
      <pc:sldChg chg="addSp modSp add">
        <pc:chgData name="이지형" userId="3d4594d6552e6340" providerId="LiveId" clId="{D6C321E9-BF70-46AD-9B1D-AB439B8AFAE3}" dt="2018-01-27T14:56:33.879" v="711" actId="1035"/>
        <pc:sldMkLst>
          <pc:docMk/>
          <pc:sldMk cId="3195739199" sldId="868"/>
        </pc:sldMkLst>
        <pc:spChg chg="mod">
          <ac:chgData name="이지형" userId="3d4594d6552e6340" providerId="LiveId" clId="{D6C321E9-BF70-46AD-9B1D-AB439B8AFAE3}" dt="2018-01-27T14:55:48.823" v="692" actId="6549"/>
          <ac:spMkLst>
            <pc:docMk/>
            <pc:sldMk cId="3195739199" sldId="868"/>
            <ac:spMk id="4" creationId="{00000000-0000-0000-0000-000000000000}"/>
          </ac:spMkLst>
        </pc:spChg>
        <pc:spChg chg="mod">
          <ac:chgData name="이지형" userId="3d4594d6552e6340" providerId="LiveId" clId="{D6C321E9-BF70-46AD-9B1D-AB439B8AFAE3}" dt="2018-01-27T14:56:06.107" v="700" actId="1076"/>
          <ac:spMkLst>
            <pc:docMk/>
            <pc:sldMk cId="3195739199" sldId="868"/>
            <ac:spMk id="5" creationId="{00000000-0000-0000-0000-000000000000}"/>
          </ac:spMkLst>
        </pc:spChg>
        <pc:cxnChg chg="add mod">
          <ac:chgData name="이지형" userId="3d4594d6552e6340" providerId="LiveId" clId="{D6C321E9-BF70-46AD-9B1D-AB439B8AFAE3}" dt="2018-01-27T14:56:33.879" v="711" actId="1035"/>
          <ac:cxnSpMkLst>
            <pc:docMk/>
            <pc:sldMk cId="3195739199" sldId="868"/>
            <ac:cxnSpMk id="14" creationId="{5E486E6B-D620-4366-AF58-26E387BA246E}"/>
          </ac:cxnSpMkLst>
        </pc:cxnChg>
      </pc:sldChg>
      <pc:sldChg chg="addSp delSp modSp add">
        <pc:chgData name="이지형" userId="3d4594d6552e6340" providerId="LiveId" clId="{D6C321E9-BF70-46AD-9B1D-AB439B8AFAE3}" dt="2018-01-27T15:05:53.538" v="972" actId="947"/>
        <pc:sldMkLst>
          <pc:docMk/>
          <pc:sldMk cId="1674590418" sldId="869"/>
        </pc:sldMkLst>
        <pc:spChg chg="mod">
          <ac:chgData name="이지형" userId="3d4594d6552e6340" providerId="LiveId" clId="{D6C321E9-BF70-46AD-9B1D-AB439B8AFAE3}" dt="2018-01-27T14:59:14.665" v="774" actId="947"/>
          <ac:spMkLst>
            <pc:docMk/>
            <pc:sldMk cId="1674590418" sldId="869"/>
            <ac:spMk id="2" creationId="{0BD61236-671D-45DE-B43E-548A566A7D94}"/>
          </ac:spMkLst>
        </pc:spChg>
        <pc:spChg chg="mod">
          <ac:chgData name="이지형" userId="3d4594d6552e6340" providerId="LiveId" clId="{D6C321E9-BF70-46AD-9B1D-AB439B8AFAE3}" dt="2018-01-27T15:05:53.538" v="972" actId="947"/>
          <ac:spMkLst>
            <pc:docMk/>
            <pc:sldMk cId="1674590418" sldId="869"/>
            <ac:spMk id="4" creationId="{D58FFCFC-17CB-4250-BA7C-CB11FD5A3AB8}"/>
          </ac:spMkLst>
        </pc:spChg>
        <pc:spChg chg="add mod">
          <ac:chgData name="이지형" userId="3d4594d6552e6340" providerId="LiveId" clId="{D6C321E9-BF70-46AD-9B1D-AB439B8AFAE3}" dt="2018-01-27T15:05:17.434" v="933" actId="1076"/>
          <ac:spMkLst>
            <pc:docMk/>
            <pc:sldMk cId="1674590418" sldId="869"/>
            <ac:spMk id="5" creationId="{035A02B0-BB6A-44D9-8968-5BB1BF24CFBA}"/>
          </ac:spMkLst>
        </pc:spChg>
        <pc:spChg chg="add del">
          <ac:chgData name="이지형" userId="3d4594d6552e6340" providerId="LiveId" clId="{D6C321E9-BF70-46AD-9B1D-AB439B8AFAE3}" dt="2018-01-27T15:00:23.151" v="811" actId="947"/>
          <ac:spMkLst>
            <pc:docMk/>
            <pc:sldMk cId="1674590418" sldId="869"/>
            <ac:spMk id="7" creationId="{C2859FDD-10EE-4604-8DDA-E65C4A01F831}"/>
          </ac:spMkLst>
        </pc:spChg>
        <pc:spChg chg="add del">
          <ac:chgData name="이지형" userId="3d4594d6552e6340" providerId="LiveId" clId="{D6C321E9-BF70-46AD-9B1D-AB439B8AFAE3}" dt="2018-01-27T15:00:23.151" v="811" actId="947"/>
          <ac:spMkLst>
            <pc:docMk/>
            <pc:sldMk cId="1674590418" sldId="869"/>
            <ac:spMk id="8" creationId="{3E595B30-57A2-4377-8AD4-2E376CD2EC35}"/>
          </ac:spMkLst>
        </pc:spChg>
        <pc:spChg chg="add del">
          <ac:chgData name="이지형" userId="3d4594d6552e6340" providerId="LiveId" clId="{D6C321E9-BF70-46AD-9B1D-AB439B8AFAE3}" dt="2018-01-27T15:00:23.151" v="811" actId="947"/>
          <ac:spMkLst>
            <pc:docMk/>
            <pc:sldMk cId="1674590418" sldId="869"/>
            <ac:spMk id="9" creationId="{A68DDFEF-4925-450E-BF0E-F80DE9020576}"/>
          </ac:spMkLst>
        </pc:spChg>
        <pc:spChg chg="add del">
          <ac:chgData name="이지형" userId="3d4594d6552e6340" providerId="LiveId" clId="{D6C321E9-BF70-46AD-9B1D-AB439B8AFAE3}" dt="2018-01-27T15:00:23.151" v="811" actId="947"/>
          <ac:spMkLst>
            <pc:docMk/>
            <pc:sldMk cId="1674590418" sldId="869"/>
            <ac:spMk id="12" creationId="{13EB5F00-FBEA-4710-830C-7AE10A2B8E11}"/>
          </ac:spMkLst>
        </pc:spChg>
        <pc:spChg chg="add del">
          <ac:chgData name="이지형" userId="3d4594d6552e6340" providerId="LiveId" clId="{D6C321E9-BF70-46AD-9B1D-AB439B8AFAE3}" dt="2018-01-27T15:00:23.151" v="811" actId="947"/>
          <ac:spMkLst>
            <pc:docMk/>
            <pc:sldMk cId="1674590418" sldId="869"/>
            <ac:spMk id="13" creationId="{42DC59F8-B951-49D5-B836-87D6AFE2B443}"/>
          </ac:spMkLst>
        </pc:spChg>
        <pc:spChg chg="add del mod">
          <ac:chgData name="이지형" userId="3d4594d6552e6340" providerId="LiveId" clId="{D6C321E9-BF70-46AD-9B1D-AB439B8AFAE3}" dt="2018-01-27T15:00:23.151" v="811" actId="947"/>
          <ac:spMkLst>
            <pc:docMk/>
            <pc:sldMk cId="1674590418" sldId="869"/>
            <ac:spMk id="14" creationId="{F89AE521-AFB3-44AC-835B-25DE3B534439}"/>
          </ac:spMkLst>
        </pc:spChg>
        <pc:picChg chg="del">
          <ac:chgData name="이지형" userId="3d4594d6552e6340" providerId="LiveId" clId="{D6C321E9-BF70-46AD-9B1D-AB439B8AFAE3}" dt="2018-01-27T15:00:09.575" v="808" actId="947"/>
          <ac:picMkLst>
            <pc:docMk/>
            <pc:sldMk cId="1674590418" sldId="869"/>
            <ac:picMk id="6" creationId="{8879B109-9ED0-46BD-9C64-29F1B56BEDBA}"/>
          </ac:picMkLst>
        </pc:picChg>
        <pc:picChg chg="mod">
          <ac:chgData name="이지형" userId="3d4594d6552e6340" providerId="LiveId" clId="{D6C321E9-BF70-46AD-9B1D-AB439B8AFAE3}" dt="2018-01-27T15:05:20.116" v="934" actId="1076"/>
          <ac:picMkLst>
            <pc:docMk/>
            <pc:sldMk cId="1674590418" sldId="869"/>
            <ac:picMk id="15" creationId="{2D55F004-AC0D-4487-9821-5BF0E5E02461}"/>
          </ac:picMkLst>
        </pc:picChg>
        <pc:cxnChg chg="add del">
          <ac:chgData name="이지형" userId="3d4594d6552e6340" providerId="LiveId" clId="{D6C321E9-BF70-46AD-9B1D-AB439B8AFAE3}" dt="2018-01-27T15:00:23.151" v="811" actId="947"/>
          <ac:cxnSpMkLst>
            <pc:docMk/>
            <pc:sldMk cId="1674590418" sldId="869"/>
            <ac:cxnSpMk id="10" creationId="{587212CD-3157-4EE9-AE64-8E4CABB7B182}"/>
          </ac:cxnSpMkLst>
        </pc:cxnChg>
        <pc:cxnChg chg="add del">
          <ac:chgData name="이지형" userId="3d4594d6552e6340" providerId="LiveId" clId="{D6C321E9-BF70-46AD-9B1D-AB439B8AFAE3}" dt="2018-01-27T15:00:23.151" v="811" actId="947"/>
          <ac:cxnSpMkLst>
            <pc:docMk/>
            <pc:sldMk cId="1674590418" sldId="869"/>
            <ac:cxnSpMk id="11" creationId="{29DCD123-1FC4-4AF0-BFB6-BD01164A2A9D}"/>
          </ac:cxnSpMkLst>
        </pc:cxnChg>
      </pc:sldChg>
      <pc:sldChg chg="addSp delSp modSp add">
        <pc:chgData name="이지형" userId="3d4594d6552e6340" providerId="LiveId" clId="{D6C321E9-BF70-46AD-9B1D-AB439B8AFAE3}" dt="2018-01-27T15:08:22.191" v="1112" actId="1076"/>
        <pc:sldMkLst>
          <pc:docMk/>
          <pc:sldMk cId="1240799415" sldId="870"/>
        </pc:sldMkLst>
        <pc:spChg chg="mod">
          <ac:chgData name="이지형" userId="3d4594d6552e6340" providerId="LiveId" clId="{D6C321E9-BF70-46AD-9B1D-AB439B8AFAE3}" dt="2018-01-27T15:06:32.937" v="988" actId="1076"/>
          <ac:spMkLst>
            <pc:docMk/>
            <pc:sldMk cId="1240799415" sldId="870"/>
            <ac:spMk id="2" creationId="{00000000-0000-0000-0000-000000000000}"/>
          </ac:spMkLst>
        </pc:spChg>
        <pc:spChg chg="mod">
          <ac:chgData name="이지형" userId="3d4594d6552e6340" providerId="LiveId" clId="{D6C321E9-BF70-46AD-9B1D-AB439B8AFAE3}" dt="2018-01-27T15:06:40.005" v="1023" actId="1076"/>
          <ac:spMkLst>
            <pc:docMk/>
            <pc:sldMk cId="1240799415" sldId="870"/>
            <ac:spMk id="4" creationId="{00000000-0000-0000-0000-000000000000}"/>
          </ac:spMkLst>
        </pc:spChg>
        <pc:spChg chg="del mod">
          <ac:chgData name="이지형" userId="3d4594d6552e6340" providerId="LiveId" clId="{D6C321E9-BF70-46AD-9B1D-AB439B8AFAE3}" dt="2018-01-27T15:06:46.059" v="1025" actId="478"/>
          <ac:spMkLst>
            <pc:docMk/>
            <pc:sldMk cId="1240799415" sldId="870"/>
            <ac:spMk id="5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5:06:54.533" v="1027" actId="1076"/>
          <ac:spMkLst>
            <pc:docMk/>
            <pc:sldMk cId="1240799415" sldId="870"/>
            <ac:spMk id="11" creationId="{981311F3-98CE-4796-B6BA-F00934B4CFD2}"/>
          </ac:spMkLst>
        </pc:spChg>
        <pc:spChg chg="del mod topLvl">
          <ac:chgData name="이지형" userId="3d4594d6552e6340" providerId="LiveId" clId="{D6C321E9-BF70-46AD-9B1D-AB439B8AFAE3}" dt="2018-01-27T15:07:05.406" v="1030" actId="478"/>
          <ac:spMkLst>
            <pc:docMk/>
            <pc:sldMk cId="1240799415" sldId="870"/>
            <ac:spMk id="17" creationId="{876EEE70-8C37-4C6C-9B64-74E3FC728A9B}"/>
          </ac:spMkLst>
        </pc:spChg>
        <pc:spChg chg="mod topLvl">
          <ac:chgData name="이지형" userId="3d4594d6552e6340" providerId="LiveId" clId="{D6C321E9-BF70-46AD-9B1D-AB439B8AFAE3}" dt="2018-01-27T15:08:22.191" v="1112" actId="1076"/>
          <ac:spMkLst>
            <pc:docMk/>
            <pc:sldMk cId="1240799415" sldId="870"/>
            <ac:spMk id="22" creationId="{E37C9EA6-44B6-476B-9B12-CE4E7B8A1578}"/>
          </ac:spMkLst>
        </pc:spChg>
        <pc:spChg chg="mod topLvl">
          <ac:chgData name="이지형" userId="3d4594d6552e6340" providerId="LiveId" clId="{D6C321E9-BF70-46AD-9B1D-AB439B8AFAE3}" dt="2018-01-27T15:08:14.688" v="1109" actId="1076"/>
          <ac:spMkLst>
            <pc:docMk/>
            <pc:sldMk cId="1240799415" sldId="870"/>
            <ac:spMk id="23" creationId="{33BE0CE0-1ED7-48F2-8405-716179C99920}"/>
          </ac:spMkLst>
        </pc:spChg>
        <pc:spChg chg="mod">
          <ac:chgData name="이지형" userId="3d4594d6552e6340" providerId="LiveId" clId="{D6C321E9-BF70-46AD-9B1D-AB439B8AFAE3}" dt="2018-01-27T15:06:43.020" v="1024" actId="1076"/>
          <ac:spMkLst>
            <pc:docMk/>
            <pc:sldMk cId="1240799415" sldId="870"/>
            <ac:spMk id="24" creationId="{18D46619-8694-4E6D-B511-D3FA470DDAD4}"/>
          </ac:spMkLst>
        </pc:spChg>
        <pc:grpChg chg="del">
          <ac:chgData name="이지형" userId="3d4594d6552e6340" providerId="LiveId" clId="{D6C321E9-BF70-46AD-9B1D-AB439B8AFAE3}" dt="2018-01-27T15:06:59.196" v="1028" actId="165"/>
          <ac:grpSpMkLst>
            <pc:docMk/>
            <pc:sldMk cId="1240799415" sldId="870"/>
            <ac:grpSpMk id="16" creationId="{79F2B227-1049-4913-BF1D-A720D2A10D63}"/>
          </ac:grpSpMkLst>
        </pc:grpChg>
      </pc:sldChg>
      <pc:sldChg chg="addSp delSp modSp add">
        <pc:chgData name="이지형" userId="3d4594d6552e6340" providerId="LiveId" clId="{D6C321E9-BF70-46AD-9B1D-AB439B8AFAE3}" dt="2018-01-27T15:13:47.752" v="1348" actId="20577"/>
        <pc:sldMkLst>
          <pc:docMk/>
          <pc:sldMk cId="3011346054" sldId="871"/>
        </pc:sldMkLst>
        <pc:spChg chg="mod">
          <ac:chgData name="이지형" userId="3d4594d6552e6340" providerId="LiveId" clId="{D6C321E9-BF70-46AD-9B1D-AB439B8AFAE3}" dt="2018-01-27T15:09:19.683" v="1137" actId="20577"/>
          <ac:spMkLst>
            <pc:docMk/>
            <pc:sldMk cId="3011346054" sldId="871"/>
            <ac:spMk id="2" creationId="{00000000-0000-0000-0000-000000000000}"/>
          </ac:spMkLst>
        </pc:spChg>
        <pc:spChg chg="mod">
          <ac:chgData name="이지형" userId="3d4594d6552e6340" providerId="LiveId" clId="{D6C321E9-BF70-46AD-9B1D-AB439B8AFAE3}" dt="2018-01-27T15:09:29.676" v="1199" actId="20577"/>
          <ac:spMkLst>
            <pc:docMk/>
            <pc:sldMk cId="3011346054" sldId="871"/>
            <ac:spMk id="4" creationId="{00000000-0000-0000-0000-000000000000}"/>
          </ac:spMkLst>
        </pc:spChg>
        <pc:spChg chg="add mod">
          <ac:chgData name="이지형" userId="3d4594d6552e6340" providerId="LiveId" clId="{D6C321E9-BF70-46AD-9B1D-AB439B8AFAE3}" dt="2018-01-27T15:13:02.932" v="1342" actId="20577"/>
          <ac:spMkLst>
            <pc:docMk/>
            <pc:sldMk cId="3011346054" sldId="871"/>
            <ac:spMk id="9" creationId="{2E39A11D-FE04-4D04-A72D-A42A149F0F0B}"/>
          </ac:spMkLst>
        </pc:spChg>
        <pc:spChg chg="add del mod">
          <ac:chgData name="이지형" userId="3d4594d6552e6340" providerId="LiveId" clId="{D6C321E9-BF70-46AD-9B1D-AB439B8AFAE3}" dt="2018-01-27T15:11:07.931" v="1305" actId="20577"/>
          <ac:spMkLst>
            <pc:docMk/>
            <pc:sldMk cId="3011346054" sldId="871"/>
            <ac:spMk id="10" creationId="{BA636C53-74DB-471C-A5DB-99BDED7E04CE}"/>
          </ac:spMkLst>
        </pc:spChg>
        <pc:spChg chg="mod">
          <ac:chgData name="이지형" userId="3d4594d6552e6340" providerId="LiveId" clId="{D6C321E9-BF70-46AD-9B1D-AB439B8AFAE3}" dt="2018-01-27T15:13:30.363" v="1345" actId="20577"/>
          <ac:spMkLst>
            <pc:docMk/>
            <pc:sldMk cId="3011346054" sldId="871"/>
            <ac:spMk id="11" creationId="{981311F3-98CE-4796-B6BA-F00934B4CFD2}"/>
          </ac:spMkLst>
        </pc:spChg>
        <pc:spChg chg="mod">
          <ac:chgData name="이지형" userId="3d4594d6552e6340" providerId="LiveId" clId="{D6C321E9-BF70-46AD-9B1D-AB439B8AFAE3}" dt="2018-01-27T15:13:47.752" v="1348" actId="20577"/>
          <ac:spMkLst>
            <pc:docMk/>
            <pc:sldMk cId="3011346054" sldId="871"/>
            <ac:spMk id="22" creationId="{E37C9EA6-44B6-476B-9B12-CE4E7B8A1578}"/>
          </ac:spMkLst>
        </pc:spChg>
        <pc:spChg chg="mod">
          <ac:chgData name="이지형" userId="3d4594d6552e6340" providerId="LiveId" clId="{D6C321E9-BF70-46AD-9B1D-AB439B8AFAE3}" dt="2018-01-27T15:12:51.419" v="1340" actId="1076"/>
          <ac:spMkLst>
            <pc:docMk/>
            <pc:sldMk cId="3011346054" sldId="871"/>
            <ac:spMk id="23" creationId="{33BE0CE0-1ED7-48F2-8405-716179C99920}"/>
          </ac:spMkLst>
        </pc:spChg>
        <pc:spChg chg="add del mod">
          <ac:chgData name="이지형" userId="3d4594d6552e6340" providerId="LiveId" clId="{D6C321E9-BF70-46AD-9B1D-AB439B8AFAE3}" dt="2018-01-27T15:13:35.727" v="1346" actId="20577"/>
          <ac:spMkLst>
            <pc:docMk/>
            <pc:sldMk cId="3011346054" sldId="871"/>
            <ac:spMk id="24" creationId="{18D46619-8694-4E6D-B511-D3FA470DDAD4}"/>
          </ac:spMkLst>
        </pc:spChg>
      </pc:sldChg>
      <pc:sldChg chg="modSp add">
        <pc:chgData name="이지형" userId="3d4594d6552e6340" providerId="LiveId" clId="{D6C321E9-BF70-46AD-9B1D-AB439B8AFAE3}" dt="2018-01-27T15:55:36.497" v="1734" actId="20577"/>
        <pc:sldMkLst>
          <pc:docMk/>
          <pc:sldMk cId="3991273816" sldId="872"/>
        </pc:sldMkLst>
        <pc:spChg chg="mod">
          <ac:chgData name="이지형" userId="3d4594d6552e6340" providerId="LiveId" clId="{D6C321E9-BF70-46AD-9B1D-AB439B8AFAE3}" dt="2018-01-27T15:55:36.497" v="1734" actId="20577"/>
          <ac:spMkLst>
            <pc:docMk/>
            <pc:sldMk cId="3991273816" sldId="872"/>
            <ac:spMk id="4" creationId="{D58FFCFC-17CB-4250-BA7C-CB11FD5A3AB8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56719-854D-407B-8F7F-0429844EB714}" type="datetimeFigureOut">
              <a:rPr lang="ko-KR" altLang="en-US" smtClean="0"/>
              <a:pPr/>
              <a:t>2020-06-03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63A6A-67BA-49BC-B5A0-C77E22C54E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86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63A6A-67BA-49BC-B5A0-C77E22C54EA2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9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63A6A-67BA-49BC-B5A0-C77E22C54EA2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097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63A6A-67BA-49BC-B5A0-C77E22C54EA2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351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63A6A-67BA-49BC-B5A0-C77E22C54EA2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924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63A6A-67BA-49BC-B5A0-C77E22C54EA2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164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2085206"/>
            <a:ext cx="6858000" cy="1343794"/>
          </a:xfrm>
        </p:spPr>
        <p:txBody>
          <a:bodyPr anchor="ctr" anchorCtr="0">
            <a:normAutofit/>
          </a:bodyPr>
          <a:lstStyle>
            <a:lvl1pPr algn="r">
              <a:defRPr sz="4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>
                <a:latin typeface="+mn-ea"/>
                <a:ea typeface="+mn-ea"/>
              </a:defRPr>
            </a:lvl1pPr>
          </a:lstStyle>
          <a:p>
            <a:fld id="{D536A895-D453-4066-910D-22C390EB82B6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B6819C-07F5-4C00-9E54-DEFB86F63E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904875" y="1847080"/>
            <a:ext cx="7315200" cy="172593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+mn-ea"/>
              <a:ea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04875" y="1847081"/>
            <a:ext cx="228600" cy="17259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latin typeface="+mn-ea"/>
                <a:ea typeface="+mn-ea"/>
                <a:cs typeface="Arial Unicode MS" panose="020B0604020202020204" pitchFamily="50" charset="-127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B6819C-07F5-4C00-9E54-DEFB86F63E18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>
            <a:lvl1pPr>
              <a:spcBef>
                <a:spcPts val="1800"/>
              </a:spcBef>
              <a:defRPr sz="2400" b="1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Arial Unicode MS" panose="020B0604020202020204" pitchFamily="50" charset="-127"/>
              </a:defRPr>
            </a:lvl1pPr>
            <a:lvl2pPr>
              <a:spcBef>
                <a:spcPts val="600"/>
              </a:spcBef>
              <a:defRPr sz="2000" b="1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  <a:cs typeface="Arial Unicode MS" panose="020B0604020202020204" pitchFamily="50" charset="-127"/>
              </a:defRPr>
            </a:lvl2pPr>
            <a:lvl3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3pPr>
            <a:lvl4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4pPr>
            <a:lvl5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401520"/>
            <a:ext cx="1656184" cy="411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>
                <a:latin typeface="+mn-ea"/>
                <a:ea typeface="+mn-ea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160A4B1-9361-4390-8CD3-0C55D66F456C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B6819C-07F5-4C00-9E54-DEFB86F63E1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+mn-ea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+mn-ea"/>
              <a:ea typeface="+mn-ea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6AEA-EE08-41F8-B029-A596E84FA346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</a:p>
        </p:txBody>
      </p:sp>
      <p:sp>
        <p:nvSpPr>
          <p:cNvPr id="10" name="내용 개체 틀 7"/>
          <p:cNvSpPr>
            <a:spLocks noGrp="1"/>
          </p:cNvSpPr>
          <p:nvPr>
            <p:ph sz="quarter" idx="13"/>
          </p:nvPr>
        </p:nvSpPr>
        <p:spPr>
          <a:xfrm>
            <a:off x="457200" y="1219200"/>
            <a:ext cx="4042792" cy="4937760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2400" b="1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Arial Unicode MS" panose="020B0604020202020204" pitchFamily="50" charset="-127"/>
              </a:defRPr>
            </a:lvl1pPr>
            <a:lvl2pPr>
              <a:spcBef>
                <a:spcPts val="600"/>
              </a:spcBef>
              <a:defRPr sz="2000" b="1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  <a:cs typeface="Arial Unicode MS" panose="020B0604020202020204" pitchFamily="50" charset="-127"/>
              </a:defRPr>
            </a:lvl2pPr>
            <a:lvl3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3pPr>
            <a:lvl4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4pPr>
            <a:lvl5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13" name="내용 개체 틀 7"/>
          <p:cNvSpPr>
            <a:spLocks noGrp="1"/>
          </p:cNvSpPr>
          <p:nvPr>
            <p:ph sz="quarter" idx="14"/>
          </p:nvPr>
        </p:nvSpPr>
        <p:spPr>
          <a:xfrm>
            <a:off x="4644008" y="1196752"/>
            <a:ext cx="4042792" cy="4937760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2400" b="1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Arial Unicode MS" panose="020B0604020202020204" pitchFamily="50" charset="-127"/>
              </a:defRPr>
            </a:lvl1pPr>
            <a:lvl2pPr>
              <a:spcBef>
                <a:spcPts val="600"/>
              </a:spcBef>
              <a:defRPr sz="2000" b="1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  <a:cs typeface="Arial Unicode MS" panose="020B0604020202020204" pitchFamily="50" charset="-127"/>
              </a:defRPr>
            </a:lvl2pPr>
            <a:lvl3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3pPr>
            <a:lvl4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4pPr>
            <a:lvl5pPr>
              <a:spcBef>
                <a:spcPts val="600"/>
              </a:spcBef>
              <a:defRPr sz="1800">
                <a:latin typeface="+mn-ea"/>
                <a:ea typeface="+mn-ea"/>
                <a:cs typeface="Arial Unicode MS" panose="020B0604020202020204" pitchFamily="50" charset="-127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>
            <a:lvl1pPr>
              <a:defRPr b="1">
                <a:latin typeface="+mn-ea"/>
                <a:ea typeface="+mn-ea"/>
                <a:cs typeface="Arial Unicode MS" panose="020B0604020202020204" pitchFamily="50" charset="-127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8967-7B66-417B-87EE-C9C254FEF274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C248E-EB18-4B38-9668-58D48C1602F2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757-3C44-414A-841E-C50B9D3F0EE5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9EB6819C-07F5-4C00-9E54-DEFB86F63E18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</a:p>
          <a:p>
            <a:endParaRPr lang="ko-KR" altLang="en-US" dirty="0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1991-657F-424C-93F5-6734BE4C4BA8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96AF-C0B0-45C0-A3A3-41B0070826B4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4A51-E3C1-4D12-B08D-F879AC88AFFE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FB36468-F42A-4EFD-BBD2-7BBCC36B4300}" type="datetime1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EB6819C-07F5-4C00-9E54-DEFB86F63E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7" r:id="rId6"/>
    <p:sldLayoutId id="2147483968" r:id="rId7"/>
    <p:sldLayoutId id="2147483969" r:id="rId8"/>
    <p:sldLayoutId id="2147483970" r:id="rId9"/>
    <p:sldLayoutId id="2147483971" r:id="rId10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90.png"/><Relationship Id="rId4" Type="http://schemas.openxmlformats.org/officeDocument/2006/relationships/image" Target="../media/image29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7" Type="http://schemas.openxmlformats.org/officeDocument/2006/relationships/image" Target="../media/image8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70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043608" y="2085206"/>
            <a:ext cx="7033592" cy="1343794"/>
          </a:xfrm>
        </p:spPr>
        <p:txBody>
          <a:bodyPr>
            <a:normAutofit/>
          </a:bodyPr>
          <a:lstStyle/>
          <a:p>
            <a:r>
              <a:rPr lang="en-US" altLang="ko-KR" b="1" dirty="0"/>
              <a:t>Basic Idea of Learning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7896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Goal of Machine Learning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5" name="텍스트 상자 4"/>
          <p:cNvSpPr txBox="1"/>
          <p:nvPr/>
        </p:nvSpPr>
        <p:spPr>
          <a:xfrm>
            <a:off x="1074889" y="1780227"/>
            <a:ext cx="6994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>
                <a:latin typeface="+mn-ea"/>
              </a:rPr>
              <a:t>주어진 데이터를 가장 잘 설명하는 함수를 찾아라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4241205" y="46588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4858742" y="44096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4704755" y="4841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6166842" y="40445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5674717" y="38921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5212890" y="3965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5855692" y="35079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3563342" y="45826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3636367" y="49589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4088805" y="5108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3202980" y="4333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898055" y="41937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86980" y="38413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906117" y="390006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2618780" y="41175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직사각형 31"/>
              <p:cNvSpPr/>
              <p:nvPr/>
            </p:nvSpPr>
            <p:spPr>
              <a:xfrm>
                <a:off x="5709294" y="2370487"/>
                <a:ext cx="17645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𝑦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2800" b="0" dirty="0" smtClean="0"/>
              </a:p>
            </p:txBody>
          </p:sp>
        </mc:Choice>
        <mc:Fallback>
          <p:sp>
            <p:nvSpPr>
              <p:cNvPr id="32" name="직사각형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294" y="2370487"/>
                <a:ext cx="1764586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1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1:</a:t>
            </a:r>
            <a:r>
              <a:rPr kumimoji="1" lang="ko-KR" altLang="en-US" dirty="0"/>
              <a:t> 여러 종류의 모델 중에서 하나를 선택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Neural Network, Deep Learning, Decision Tree, </a:t>
            </a:r>
            <a:br>
              <a:rPr kumimoji="1" lang="en-US" altLang="ko-KR" dirty="0"/>
            </a:br>
            <a:r>
              <a:rPr kumimoji="1" lang="en-US" altLang="ko-KR" dirty="0"/>
              <a:t>Random Forest </a:t>
            </a:r>
            <a:r>
              <a:rPr kumimoji="1" lang="ko-KR" altLang="en-US" dirty="0"/>
              <a:t>등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2162815" y="2564904"/>
                <a:ext cx="48183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…, 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815" y="2564904"/>
                <a:ext cx="481837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직사각형 5"/>
              <p:cNvSpPr/>
              <p:nvPr/>
            </p:nvSpPr>
            <p:spPr>
              <a:xfrm>
                <a:off x="3059832" y="3573016"/>
                <a:ext cx="3526928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𝑦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2800" b="0" dirty="0" smtClean="0"/>
              </a:p>
              <a:p>
                <a:pPr/>
                <a:r>
                  <a:rPr lang="en-US" altLang="ko-KR" sz="2800" dirty="0" smtClean="0"/>
                  <a:t>      ex) y =  w</a:t>
                </a:r>
                <a:r>
                  <a:rPr lang="en-US" altLang="ko-KR" sz="2800" baseline="-25000" dirty="0" smtClean="0"/>
                  <a:t>1</a:t>
                </a:r>
                <a:r>
                  <a:rPr lang="en-US" altLang="ko-KR" sz="2800" dirty="0" smtClean="0"/>
                  <a:t>x+w</a:t>
                </a:r>
                <a:r>
                  <a:rPr lang="en-US" altLang="ko-KR" sz="2800" baseline="-25000" dirty="0" smtClean="0"/>
                  <a:t>2</a:t>
                </a:r>
                <a:endParaRPr lang="ko-KR" altLang="en-US" sz="2800" baseline="-25000" dirty="0"/>
              </a:p>
            </p:txBody>
          </p:sp>
        </mc:Choice>
        <mc:Fallback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573016"/>
                <a:ext cx="3526928" cy="954107"/>
              </a:xfrm>
              <a:prstGeom prst="rect">
                <a:avLst/>
              </a:prstGeom>
              <a:blipFill rotWithShape="0">
                <a:blip r:embed="rId3"/>
                <a:stretch>
                  <a:fillRect r="-345" b="-16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27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4241205" y="46588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4858742" y="44096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4704755" y="4841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6166842" y="40445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5674717" y="38921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5212890" y="3965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5855692" y="35079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3563342" y="45826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3636367" y="49589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4088805" y="5108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3202980" y="4333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898055" y="41937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86980" y="38413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906117" y="390006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2618780" y="41175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sp>
        <p:nvSpPr>
          <p:cNvPr id="28" name="자유형 27"/>
          <p:cNvSpPr/>
          <p:nvPr/>
        </p:nvSpPr>
        <p:spPr>
          <a:xfrm>
            <a:off x="1794578" y="4126445"/>
            <a:ext cx="4994564" cy="825730"/>
          </a:xfrm>
          <a:custGeom>
            <a:avLst/>
            <a:gdLst>
              <a:gd name="connsiteX0" fmla="*/ 0 w 4343400"/>
              <a:gd name="connsiteY0" fmla="*/ 701040 h 1204699"/>
              <a:gd name="connsiteX1" fmla="*/ 670560 w 4343400"/>
              <a:gd name="connsiteY1" fmla="*/ 167640 h 1204699"/>
              <a:gd name="connsiteX2" fmla="*/ 2240280 w 4343400"/>
              <a:gd name="connsiteY2" fmla="*/ 1203960 h 1204699"/>
              <a:gd name="connsiteX3" fmla="*/ 3368040 w 4343400"/>
              <a:gd name="connsiteY3" fmla="*/ 327660 h 1204699"/>
              <a:gd name="connsiteX4" fmla="*/ 4343400 w 4343400"/>
              <a:gd name="connsiteY4" fmla="*/ 0 h 1204699"/>
              <a:gd name="connsiteX0" fmla="*/ 0 w 4994564"/>
              <a:gd name="connsiteY0" fmla="*/ 825730 h 1204699"/>
              <a:gd name="connsiteX1" fmla="*/ 1321724 w 4994564"/>
              <a:gd name="connsiteY1" fmla="*/ 167640 h 1204699"/>
              <a:gd name="connsiteX2" fmla="*/ 2891444 w 4994564"/>
              <a:gd name="connsiteY2" fmla="*/ 1203960 h 1204699"/>
              <a:gd name="connsiteX3" fmla="*/ 4019204 w 4994564"/>
              <a:gd name="connsiteY3" fmla="*/ 327660 h 1204699"/>
              <a:gd name="connsiteX4" fmla="*/ 4994564 w 4994564"/>
              <a:gd name="connsiteY4" fmla="*/ 0 h 1204699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19204 w 4994564"/>
              <a:gd name="connsiteY3" fmla="*/ 327660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4564" h="825730">
                <a:moveTo>
                  <a:pt x="0" y="825730"/>
                </a:moveTo>
                <a:cubicBezTo>
                  <a:pt x="148590" y="517120"/>
                  <a:pt x="802871" y="261620"/>
                  <a:pt x="1321724" y="167640"/>
                </a:cubicBezTo>
                <a:cubicBezTo>
                  <a:pt x="1840577" y="73660"/>
                  <a:pt x="2654301" y="249036"/>
                  <a:pt x="3113117" y="261851"/>
                </a:cubicBezTo>
                <a:cubicBezTo>
                  <a:pt x="3571933" y="274666"/>
                  <a:pt x="3654830" y="237373"/>
                  <a:pt x="4074623" y="244532"/>
                </a:cubicBezTo>
                <a:cubicBezTo>
                  <a:pt x="4508271" y="237835"/>
                  <a:pt x="4682144" y="63500"/>
                  <a:pt x="4994564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/>
              <p:cNvSpPr/>
              <p:nvPr/>
            </p:nvSpPr>
            <p:spPr>
              <a:xfrm>
                <a:off x="3119966" y="2164121"/>
                <a:ext cx="27071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;1.0,1.0,1.0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직사각형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966" y="2164121"/>
                <a:ext cx="2707151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54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4241205" y="46588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4858742" y="44096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4704755" y="4841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6166842" y="40445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5674717" y="38921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5212890" y="3965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5855692" y="35079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3563342" y="45826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3636367" y="49589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4088805" y="5108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3202980" y="4333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898055" y="41937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86980" y="38413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906117" y="390006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2618780" y="41175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sp>
        <p:nvSpPr>
          <p:cNvPr id="30" name="자유형 29"/>
          <p:cNvSpPr/>
          <p:nvPr/>
        </p:nvSpPr>
        <p:spPr>
          <a:xfrm>
            <a:off x="1744266" y="3841326"/>
            <a:ext cx="4994564" cy="1080063"/>
          </a:xfrm>
          <a:custGeom>
            <a:avLst/>
            <a:gdLst>
              <a:gd name="connsiteX0" fmla="*/ 0 w 4343400"/>
              <a:gd name="connsiteY0" fmla="*/ 701040 h 1204699"/>
              <a:gd name="connsiteX1" fmla="*/ 670560 w 4343400"/>
              <a:gd name="connsiteY1" fmla="*/ 167640 h 1204699"/>
              <a:gd name="connsiteX2" fmla="*/ 2240280 w 4343400"/>
              <a:gd name="connsiteY2" fmla="*/ 1203960 h 1204699"/>
              <a:gd name="connsiteX3" fmla="*/ 3368040 w 4343400"/>
              <a:gd name="connsiteY3" fmla="*/ 327660 h 1204699"/>
              <a:gd name="connsiteX4" fmla="*/ 4343400 w 4343400"/>
              <a:gd name="connsiteY4" fmla="*/ 0 h 1204699"/>
              <a:gd name="connsiteX0" fmla="*/ 0 w 4994564"/>
              <a:gd name="connsiteY0" fmla="*/ 825730 h 1204699"/>
              <a:gd name="connsiteX1" fmla="*/ 1321724 w 4994564"/>
              <a:gd name="connsiteY1" fmla="*/ 167640 h 1204699"/>
              <a:gd name="connsiteX2" fmla="*/ 2891444 w 4994564"/>
              <a:gd name="connsiteY2" fmla="*/ 1203960 h 1204699"/>
              <a:gd name="connsiteX3" fmla="*/ 4019204 w 4994564"/>
              <a:gd name="connsiteY3" fmla="*/ 327660 h 1204699"/>
              <a:gd name="connsiteX4" fmla="*/ 4994564 w 4994564"/>
              <a:gd name="connsiteY4" fmla="*/ 0 h 1204699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19204 w 4994564"/>
              <a:gd name="connsiteY3" fmla="*/ 327660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81913 h 881913"/>
              <a:gd name="connsiteX1" fmla="*/ 822960 w 4994564"/>
              <a:gd name="connsiteY1" fmla="*/ 16005 h 881913"/>
              <a:gd name="connsiteX2" fmla="*/ 3113117 w 4994564"/>
              <a:gd name="connsiteY2" fmla="*/ 318034 h 881913"/>
              <a:gd name="connsiteX3" fmla="*/ 4074623 w 4994564"/>
              <a:gd name="connsiteY3" fmla="*/ 300715 h 881913"/>
              <a:gd name="connsiteX4" fmla="*/ 4994564 w 4994564"/>
              <a:gd name="connsiteY4" fmla="*/ 56183 h 881913"/>
              <a:gd name="connsiteX0" fmla="*/ 0 w 4994564"/>
              <a:gd name="connsiteY0" fmla="*/ 1080063 h 1080063"/>
              <a:gd name="connsiteX1" fmla="*/ 822960 w 4994564"/>
              <a:gd name="connsiteY1" fmla="*/ 214155 h 1080063"/>
              <a:gd name="connsiteX2" fmla="*/ 3113117 w 4994564"/>
              <a:gd name="connsiteY2" fmla="*/ 516184 h 1080063"/>
              <a:gd name="connsiteX3" fmla="*/ 4199314 w 4994564"/>
              <a:gd name="connsiteY3" fmla="*/ 102 h 1080063"/>
              <a:gd name="connsiteX4" fmla="*/ 4994564 w 4994564"/>
              <a:gd name="connsiteY4" fmla="*/ 254333 h 1080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4564" h="1080063">
                <a:moveTo>
                  <a:pt x="0" y="1080063"/>
                </a:moveTo>
                <a:cubicBezTo>
                  <a:pt x="148590" y="771453"/>
                  <a:pt x="304107" y="308135"/>
                  <a:pt x="822960" y="214155"/>
                </a:cubicBezTo>
                <a:cubicBezTo>
                  <a:pt x="1341813" y="120175"/>
                  <a:pt x="2550391" y="551859"/>
                  <a:pt x="3113117" y="516184"/>
                </a:cubicBezTo>
                <a:cubicBezTo>
                  <a:pt x="3675843" y="480509"/>
                  <a:pt x="3779521" y="-7057"/>
                  <a:pt x="4199314" y="102"/>
                </a:cubicBezTo>
                <a:cubicBezTo>
                  <a:pt x="4632962" y="-6595"/>
                  <a:pt x="4682144" y="317833"/>
                  <a:pt x="4994564" y="254333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/>
              <p:cNvSpPr/>
              <p:nvPr/>
            </p:nvSpPr>
            <p:spPr>
              <a:xfrm>
                <a:off x="3119966" y="2164121"/>
                <a:ext cx="27071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;1.5,1.0,1.5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직사각형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966" y="2164121"/>
                <a:ext cx="2707151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82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4241205" y="46588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4858742" y="44096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4704755" y="4841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6166842" y="40445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5674717" y="38921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5212890" y="3965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5855692" y="35079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3563342" y="45826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3636367" y="49589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4088805" y="5108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3202980" y="4333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898055" y="41937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86980" y="38413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906117" y="390006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2618780" y="41175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sp>
        <p:nvSpPr>
          <p:cNvPr id="31" name="자유형 30"/>
          <p:cNvSpPr/>
          <p:nvPr/>
        </p:nvSpPr>
        <p:spPr>
          <a:xfrm>
            <a:off x="1670447" y="3755630"/>
            <a:ext cx="4994564" cy="1080063"/>
          </a:xfrm>
          <a:custGeom>
            <a:avLst/>
            <a:gdLst>
              <a:gd name="connsiteX0" fmla="*/ 0 w 4343400"/>
              <a:gd name="connsiteY0" fmla="*/ 701040 h 1204699"/>
              <a:gd name="connsiteX1" fmla="*/ 670560 w 4343400"/>
              <a:gd name="connsiteY1" fmla="*/ 167640 h 1204699"/>
              <a:gd name="connsiteX2" fmla="*/ 2240280 w 4343400"/>
              <a:gd name="connsiteY2" fmla="*/ 1203960 h 1204699"/>
              <a:gd name="connsiteX3" fmla="*/ 3368040 w 4343400"/>
              <a:gd name="connsiteY3" fmla="*/ 327660 h 1204699"/>
              <a:gd name="connsiteX4" fmla="*/ 4343400 w 4343400"/>
              <a:gd name="connsiteY4" fmla="*/ 0 h 1204699"/>
              <a:gd name="connsiteX0" fmla="*/ 0 w 4994564"/>
              <a:gd name="connsiteY0" fmla="*/ 825730 h 1204699"/>
              <a:gd name="connsiteX1" fmla="*/ 1321724 w 4994564"/>
              <a:gd name="connsiteY1" fmla="*/ 167640 h 1204699"/>
              <a:gd name="connsiteX2" fmla="*/ 2891444 w 4994564"/>
              <a:gd name="connsiteY2" fmla="*/ 1203960 h 1204699"/>
              <a:gd name="connsiteX3" fmla="*/ 4019204 w 4994564"/>
              <a:gd name="connsiteY3" fmla="*/ 327660 h 1204699"/>
              <a:gd name="connsiteX4" fmla="*/ 4994564 w 4994564"/>
              <a:gd name="connsiteY4" fmla="*/ 0 h 1204699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19204 w 4994564"/>
              <a:gd name="connsiteY3" fmla="*/ 327660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25730 h 825730"/>
              <a:gd name="connsiteX1" fmla="*/ 1321724 w 4994564"/>
              <a:gd name="connsiteY1" fmla="*/ 167640 h 825730"/>
              <a:gd name="connsiteX2" fmla="*/ 3113117 w 4994564"/>
              <a:gd name="connsiteY2" fmla="*/ 261851 h 825730"/>
              <a:gd name="connsiteX3" fmla="*/ 4074623 w 4994564"/>
              <a:gd name="connsiteY3" fmla="*/ 244532 h 825730"/>
              <a:gd name="connsiteX4" fmla="*/ 4994564 w 4994564"/>
              <a:gd name="connsiteY4" fmla="*/ 0 h 825730"/>
              <a:gd name="connsiteX0" fmla="*/ 0 w 4994564"/>
              <a:gd name="connsiteY0" fmla="*/ 881913 h 881913"/>
              <a:gd name="connsiteX1" fmla="*/ 822960 w 4994564"/>
              <a:gd name="connsiteY1" fmla="*/ 16005 h 881913"/>
              <a:gd name="connsiteX2" fmla="*/ 3113117 w 4994564"/>
              <a:gd name="connsiteY2" fmla="*/ 318034 h 881913"/>
              <a:gd name="connsiteX3" fmla="*/ 4074623 w 4994564"/>
              <a:gd name="connsiteY3" fmla="*/ 300715 h 881913"/>
              <a:gd name="connsiteX4" fmla="*/ 4994564 w 4994564"/>
              <a:gd name="connsiteY4" fmla="*/ 56183 h 881913"/>
              <a:gd name="connsiteX0" fmla="*/ 0 w 4994564"/>
              <a:gd name="connsiteY0" fmla="*/ 1080063 h 1080063"/>
              <a:gd name="connsiteX1" fmla="*/ 822960 w 4994564"/>
              <a:gd name="connsiteY1" fmla="*/ 214155 h 1080063"/>
              <a:gd name="connsiteX2" fmla="*/ 3113117 w 4994564"/>
              <a:gd name="connsiteY2" fmla="*/ 516184 h 1080063"/>
              <a:gd name="connsiteX3" fmla="*/ 4199314 w 4994564"/>
              <a:gd name="connsiteY3" fmla="*/ 102 h 1080063"/>
              <a:gd name="connsiteX4" fmla="*/ 4994564 w 4994564"/>
              <a:gd name="connsiteY4" fmla="*/ 254333 h 1080063"/>
              <a:gd name="connsiteX0" fmla="*/ 0 w 4994564"/>
              <a:gd name="connsiteY0" fmla="*/ 1080063 h 1080063"/>
              <a:gd name="connsiteX1" fmla="*/ 822960 w 4994564"/>
              <a:gd name="connsiteY1" fmla="*/ 214155 h 1080063"/>
              <a:gd name="connsiteX2" fmla="*/ 2572790 w 4994564"/>
              <a:gd name="connsiteY2" fmla="*/ 1001093 h 1080063"/>
              <a:gd name="connsiteX3" fmla="*/ 4199314 w 4994564"/>
              <a:gd name="connsiteY3" fmla="*/ 102 h 1080063"/>
              <a:gd name="connsiteX4" fmla="*/ 4994564 w 4994564"/>
              <a:gd name="connsiteY4" fmla="*/ 254333 h 1080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4564" h="1080063">
                <a:moveTo>
                  <a:pt x="0" y="1080063"/>
                </a:moveTo>
                <a:cubicBezTo>
                  <a:pt x="148590" y="771453"/>
                  <a:pt x="394162" y="227317"/>
                  <a:pt x="822960" y="214155"/>
                </a:cubicBezTo>
                <a:cubicBezTo>
                  <a:pt x="1251758" y="200993"/>
                  <a:pt x="2010064" y="1036768"/>
                  <a:pt x="2572790" y="1001093"/>
                </a:cubicBezTo>
                <a:cubicBezTo>
                  <a:pt x="3135516" y="965418"/>
                  <a:pt x="3779521" y="-7057"/>
                  <a:pt x="4199314" y="102"/>
                </a:cubicBezTo>
                <a:cubicBezTo>
                  <a:pt x="4632962" y="-6595"/>
                  <a:pt x="4682144" y="317833"/>
                  <a:pt x="4994564" y="254333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/>
              <p:cNvSpPr/>
              <p:nvPr/>
            </p:nvSpPr>
            <p:spPr>
              <a:xfrm>
                <a:off x="3119966" y="2164121"/>
                <a:ext cx="30346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;1.5,−1.0,1.5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직사각형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966" y="2164121"/>
                <a:ext cx="3034677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6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4241205" y="46588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4858742" y="44096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4704755" y="4841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6166842" y="40445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5674717" y="38921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5212890" y="3965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5855692" y="35079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3563342" y="45826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3636367" y="49589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4088805" y="5108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3202980" y="4333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898055" y="41937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86980" y="38413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906117" y="390006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2618780" y="41175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sp>
        <p:nvSpPr>
          <p:cNvPr id="27" name="자유형 26"/>
          <p:cNvSpPr/>
          <p:nvPr/>
        </p:nvSpPr>
        <p:spPr>
          <a:xfrm>
            <a:off x="1904100" y="3836823"/>
            <a:ext cx="4343400" cy="1204699"/>
          </a:xfrm>
          <a:custGeom>
            <a:avLst/>
            <a:gdLst>
              <a:gd name="connsiteX0" fmla="*/ 0 w 4343400"/>
              <a:gd name="connsiteY0" fmla="*/ 701040 h 1204699"/>
              <a:gd name="connsiteX1" fmla="*/ 670560 w 4343400"/>
              <a:gd name="connsiteY1" fmla="*/ 167640 h 1204699"/>
              <a:gd name="connsiteX2" fmla="*/ 2240280 w 4343400"/>
              <a:gd name="connsiteY2" fmla="*/ 1203960 h 1204699"/>
              <a:gd name="connsiteX3" fmla="*/ 3368040 w 4343400"/>
              <a:gd name="connsiteY3" fmla="*/ 327660 h 1204699"/>
              <a:gd name="connsiteX4" fmla="*/ 4343400 w 4343400"/>
              <a:gd name="connsiteY4" fmla="*/ 0 h 120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204699">
                <a:moveTo>
                  <a:pt x="0" y="701040"/>
                </a:moveTo>
                <a:cubicBezTo>
                  <a:pt x="148590" y="392430"/>
                  <a:pt x="297180" y="83820"/>
                  <a:pt x="670560" y="167640"/>
                </a:cubicBezTo>
                <a:cubicBezTo>
                  <a:pt x="1043940" y="251460"/>
                  <a:pt x="1790700" y="1177290"/>
                  <a:pt x="2240280" y="1203960"/>
                </a:cubicBezTo>
                <a:cubicBezTo>
                  <a:pt x="2689860" y="1230630"/>
                  <a:pt x="3017520" y="528320"/>
                  <a:pt x="3368040" y="327660"/>
                </a:cubicBezTo>
                <a:cubicBezTo>
                  <a:pt x="3718560" y="127000"/>
                  <a:pt x="4030980" y="63500"/>
                  <a:pt x="4343400" y="0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/>
              <p:cNvSpPr/>
              <p:nvPr/>
            </p:nvSpPr>
            <p:spPr>
              <a:xfrm>
                <a:off x="3119966" y="2164121"/>
                <a:ext cx="30346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;1.7,−1.2,1.6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직사각형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966" y="2164121"/>
                <a:ext cx="3034677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666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3: </a:t>
            </a:r>
            <a:r>
              <a:rPr kumimoji="1" lang="ko-KR" altLang="en-US" dirty="0"/>
              <a:t>결정된 </a:t>
            </a:r>
            <a:r>
              <a:rPr kumimoji="1" lang="en-US" altLang="ko-KR" dirty="0"/>
              <a:t>f</a:t>
            </a:r>
            <a:r>
              <a:rPr kumimoji="1" lang="ko-KR" altLang="en-US" dirty="0"/>
              <a:t>를 이용하여 값을 예측한다</a:t>
            </a:r>
            <a:endParaRPr kumimoji="1" lang="en-US" altLang="ko-KR" dirty="0"/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sp>
        <p:nvSpPr>
          <p:cNvPr id="27" name="자유형 26"/>
          <p:cNvSpPr/>
          <p:nvPr/>
        </p:nvSpPr>
        <p:spPr>
          <a:xfrm>
            <a:off x="1904100" y="3836823"/>
            <a:ext cx="4343400" cy="1204699"/>
          </a:xfrm>
          <a:custGeom>
            <a:avLst/>
            <a:gdLst>
              <a:gd name="connsiteX0" fmla="*/ 0 w 4343400"/>
              <a:gd name="connsiteY0" fmla="*/ 701040 h 1204699"/>
              <a:gd name="connsiteX1" fmla="*/ 670560 w 4343400"/>
              <a:gd name="connsiteY1" fmla="*/ 167640 h 1204699"/>
              <a:gd name="connsiteX2" fmla="*/ 2240280 w 4343400"/>
              <a:gd name="connsiteY2" fmla="*/ 1203960 h 1204699"/>
              <a:gd name="connsiteX3" fmla="*/ 3368040 w 4343400"/>
              <a:gd name="connsiteY3" fmla="*/ 327660 h 1204699"/>
              <a:gd name="connsiteX4" fmla="*/ 4343400 w 4343400"/>
              <a:gd name="connsiteY4" fmla="*/ 0 h 120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204699">
                <a:moveTo>
                  <a:pt x="0" y="701040"/>
                </a:moveTo>
                <a:cubicBezTo>
                  <a:pt x="148590" y="392430"/>
                  <a:pt x="297180" y="83820"/>
                  <a:pt x="670560" y="167640"/>
                </a:cubicBezTo>
                <a:cubicBezTo>
                  <a:pt x="1043940" y="251460"/>
                  <a:pt x="1790700" y="1177290"/>
                  <a:pt x="2240280" y="1203960"/>
                </a:cubicBezTo>
                <a:cubicBezTo>
                  <a:pt x="2689860" y="1230630"/>
                  <a:pt x="3017520" y="528320"/>
                  <a:pt x="3368040" y="327660"/>
                </a:cubicBezTo>
                <a:cubicBezTo>
                  <a:pt x="3718560" y="127000"/>
                  <a:pt x="4030980" y="63500"/>
                  <a:pt x="4343400" y="0"/>
                </a:cubicBezTo>
              </a:path>
            </a:pathLst>
          </a:custGeom>
          <a:noFill/>
          <a:ln w="254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/>
              <p:cNvSpPr/>
              <p:nvPr/>
            </p:nvSpPr>
            <p:spPr>
              <a:xfrm>
                <a:off x="3119966" y="2164121"/>
                <a:ext cx="30346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;1.7,−1.2,1.6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직사각형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966" y="2164121"/>
                <a:ext cx="3034677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917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3: </a:t>
            </a:r>
            <a:r>
              <a:rPr kumimoji="1" lang="ko-KR" altLang="en-US" dirty="0"/>
              <a:t>결정된 </a:t>
            </a:r>
            <a:r>
              <a:rPr kumimoji="1" lang="en-US" altLang="ko-KR" dirty="0"/>
              <a:t>f</a:t>
            </a:r>
            <a:r>
              <a:rPr kumimoji="1" lang="ko-KR" altLang="en-US" dirty="0"/>
              <a:t>를 이용하여 값을 예측한다</a:t>
            </a:r>
            <a:endParaRPr kumimoji="1" lang="en-US" altLang="ko-KR" dirty="0"/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sp>
        <p:nvSpPr>
          <p:cNvPr id="27" name="자유형 26"/>
          <p:cNvSpPr/>
          <p:nvPr/>
        </p:nvSpPr>
        <p:spPr>
          <a:xfrm>
            <a:off x="1904100" y="3836823"/>
            <a:ext cx="4343400" cy="1204699"/>
          </a:xfrm>
          <a:custGeom>
            <a:avLst/>
            <a:gdLst>
              <a:gd name="connsiteX0" fmla="*/ 0 w 4343400"/>
              <a:gd name="connsiteY0" fmla="*/ 701040 h 1204699"/>
              <a:gd name="connsiteX1" fmla="*/ 670560 w 4343400"/>
              <a:gd name="connsiteY1" fmla="*/ 167640 h 1204699"/>
              <a:gd name="connsiteX2" fmla="*/ 2240280 w 4343400"/>
              <a:gd name="connsiteY2" fmla="*/ 1203960 h 1204699"/>
              <a:gd name="connsiteX3" fmla="*/ 3368040 w 4343400"/>
              <a:gd name="connsiteY3" fmla="*/ 327660 h 1204699"/>
              <a:gd name="connsiteX4" fmla="*/ 4343400 w 4343400"/>
              <a:gd name="connsiteY4" fmla="*/ 0 h 120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204699">
                <a:moveTo>
                  <a:pt x="0" y="701040"/>
                </a:moveTo>
                <a:cubicBezTo>
                  <a:pt x="148590" y="392430"/>
                  <a:pt x="297180" y="83820"/>
                  <a:pt x="670560" y="167640"/>
                </a:cubicBezTo>
                <a:cubicBezTo>
                  <a:pt x="1043940" y="251460"/>
                  <a:pt x="1790700" y="1177290"/>
                  <a:pt x="2240280" y="1203960"/>
                </a:cubicBezTo>
                <a:cubicBezTo>
                  <a:pt x="2689860" y="1230630"/>
                  <a:pt x="3017520" y="528320"/>
                  <a:pt x="3368040" y="327660"/>
                </a:cubicBezTo>
                <a:cubicBezTo>
                  <a:pt x="3718560" y="127000"/>
                  <a:pt x="4030980" y="63500"/>
                  <a:pt x="4343400" y="0"/>
                </a:cubicBezTo>
              </a:path>
            </a:pathLst>
          </a:custGeom>
          <a:noFill/>
          <a:ln w="254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/>
              <p:cNvSpPr/>
              <p:nvPr/>
            </p:nvSpPr>
            <p:spPr>
              <a:xfrm>
                <a:off x="2583486" y="2171845"/>
                <a:ext cx="35816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10.0</m:t>
                          </m:r>
                          <m:r>
                            <a:rPr lang="ko-KR" altLang="en-US" sz="2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</m:t>
                          </m:r>
                          <m:r>
                            <a:rPr lang="en-US" altLang="ko-KR" sz="280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.7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ko-KR" sz="280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.2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1.6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직사각형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486" y="2171845"/>
                <a:ext cx="3581622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그룹 40"/>
          <p:cNvGrpSpPr>
            <a:grpSpLocks/>
          </p:cNvGrpSpPr>
          <p:nvPr/>
        </p:nvGrpSpPr>
        <p:grpSpPr bwMode="auto">
          <a:xfrm>
            <a:off x="5549793" y="3099718"/>
            <a:ext cx="678391" cy="2849396"/>
            <a:chOff x="5694755" y="3284984"/>
            <a:chExt cx="678016" cy="2848216"/>
          </a:xfrm>
        </p:grpSpPr>
        <p:cxnSp>
          <p:nvCxnSpPr>
            <p:cNvPr id="12" name="직선 연결선 37"/>
            <p:cNvCxnSpPr>
              <a:cxnSpLocks noChangeShapeType="1"/>
            </p:cNvCxnSpPr>
            <p:nvPr/>
          </p:nvCxnSpPr>
          <p:spPr bwMode="auto">
            <a:xfrm>
              <a:off x="6012160" y="3284984"/>
              <a:ext cx="0" cy="2432303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Box 39"/>
            <p:cNvSpPr txBox="1">
              <a:spLocks noChangeArrowheads="1"/>
            </p:cNvSpPr>
            <p:nvPr/>
          </p:nvSpPr>
          <p:spPr bwMode="auto">
            <a:xfrm>
              <a:off x="5694755" y="5733256"/>
              <a:ext cx="678016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solidFill>
                    <a:srgbClr val="FF0000"/>
                  </a:solidFill>
                </a:rPr>
                <a:t>10.0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051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10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3: </a:t>
            </a:r>
            <a:r>
              <a:rPr kumimoji="1" lang="ko-KR" altLang="en-US" dirty="0"/>
              <a:t>결정된 </a:t>
            </a:r>
            <a:r>
              <a:rPr kumimoji="1" lang="en-US" altLang="ko-KR" dirty="0"/>
              <a:t>f</a:t>
            </a:r>
            <a:r>
              <a:rPr kumimoji="1" lang="ko-KR" altLang="en-US" dirty="0"/>
              <a:t>를 이용하여 값을 예측한다</a:t>
            </a:r>
            <a:endParaRPr kumimoji="1" lang="en-US" altLang="ko-KR" dirty="0"/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sp>
        <p:nvSpPr>
          <p:cNvPr id="27" name="자유형 26"/>
          <p:cNvSpPr/>
          <p:nvPr/>
        </p:nvSpPr>
        <p:spPr>
          <a:xfrm>
            <a:off x="1904100" y="3836823"/>
            <a:ext cx="4343400" cy="1204699"/>
          </a:xfrm>
          <a:custGeom>
            <a:avLst/>
            <a:gdLst>
              <a:gd name="connsiteX0" fmla="*/ 0 w 4343400"/>
              <a:gd name="connsiteY0" fmla="*/ 701040 h 1204699"/>
              <a:gd name="connsiteX1" fmla="*/ 670560 w 4343400"/>
              <a:gd name="connsiteY1" fmla="*/ 167640 h 1204699"/>
              <a:gd name="connsiteX2" fmla="*/ 2240280 w 4343400"/>
              <a:gd name="connsiteY2" fmla="*/ 1203960 h 1204699"/>
              <a:gd name="connsiteX3" fmla="*/ 3368040 w 4343400"/>
              <a:gd name="connsiteY3" fmla="*/ 327660 h 1204699"/>
              <a:gd name="connsiteX4" fmla="*/ 4343400 w 4343400"/>
              <a:gd name="connsiteY4" fmla="*/ 0 h 120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204699">
                <a:moveTo>
                  <a:pt x="0" y="701040"/>
                </a:moveTo>
                <a:cubicBezTo>
                  <a:pt x="148590" y="392430"/>
                  <a:pt x="297180" y="83820"/>
                  <a:pt x="670560" y="167640"/>
                </a:cubicBezTo>
                <a:cubicBezTo>
                  <a:pt x="1043940" y="251460"/>
                  <a:pt x="1790700" y="1177290"/>
                  <a:pt x="2240280" y="1203960"/>
                </a:cubicBezTo>
                <a:cubicBezTo>
                  <a:pt x="2689860" y="1230630"/>
                  <a:pt x="3017520" y="528320"/>
                  <a:pt x="3368040" y="327660"/>
                </a:cubicBezTo>
                <a:cubicBezTo>
                  <a:pt x="3718560" y="127000"/>
                  <a:pt x="4030980" y="63500"/>
                  <a:pt x="4343400" y="0"/>
                </a:cubicBezTo>
              </a:path>
            </a:pathLst>
          </a:custGeom>
          <a:noFill/>
          <a:ln w="254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40"/>
          <p:cNvGrpSpPr>
            <a:grpSpLocks/>
          </p:cNvGrpSpPr>
          <p:nvPr/>
        </p:nvGrpSpPr>
        <p:grpSpPr bwMode="auto">
          <a:xfrm>
            <a:off x="5549793" y="3099718"/>
            <a:ext cx="678391" cy="2849396"/>
            <a:chOff x="5694755" y="3284984"/>
            <a:chExt cx="678016" cy="2848216"/>
          </a:xfrm>
        </p:grpSpPr>
        <p:cxnSp>
          <p:nvCxnSpPr>
            <p:cNvPr id="12" name="직선 연결선 37"/>
            <p:cNvCxnSpPr>
              <a:cxnSpLocks noChangeShapeType="1"/>
            </p:cNvCxnSpPr>
            <p:nvPr/>
          </p:nvCxnSpPr>
          <p:spPr bwMode="auto">
            <a:xfrm>
              <a:off x="6012160" y="3284984"/>
              <a:ext cx="0" cy="2432303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Box 39"/>
            <p:cNvSpPr txBox="1">
              <a:spLocks noChangeArrowheads="1"/>
            </p:cNvSpPr>
            <p:nvPr/>
          </p:nvSpPr>
          <p:spPr bwMode="auto">
            <a:xfrm>
              <a:off x="5694755" y="5733256"/>
              <a:ext cx="678016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solidFill>
                    <a:srgbClr val="FF0000"/>
                  </a:solidFill>
                </a:rPr>
                <a:t>10.0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6" name="직선 연결선[R] 5"/>
          <p:cNvCxnSpPr/>
          <p:nvPr/>
        </p:nvCxnSpPr>
        <p:spPr>
          <a:xfrm>
            <a:off x="1691680" y="3933056"/>
            <a:ext cx="4175694" cy="0"/>
          </a:xfrm>
          <a:prstGeom prst="line">
            <a:avLst/>
          </a:prstGeom>
          <a:ln>
            <a:headEnd type="triangle" w="lg" len="lg"/>
            <a:tailEnd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9"/>
          <p:cNvSpPr txBox="1">
            <a:spLocks noChangeArrowheads="1"/>
          </p:cNvSpPr>
          <p:nvPr/>
        </p:nvSpPr>
        <p:spPr bwMode="auto">
          <a:xfrm>
            <a:off x="990966" y="3754014"/>
            <a:ext cx="5629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dirty="0">
                <a:solidFill>
                  <a:srgbClr val="0070C0"/>
                </a:solidFill>
              </a:rPr>
              <a:t>5.0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1647382" y="2171845"/>
                <a:ext cx="452014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5.0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10.0</m:t>
                          </m:r>
                          <m:r>
                            <a:rPr lang="ko-KR" altLang="en-US" sz="2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</m:t>
                          </m:r>
                          <m:r>
                            <a:rPr lang="en-US" altLang="ko-KR" sz="280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.7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ko-KR" sz="2800" i="1" smtClean="0">
                              <a:latin typeface="Cambria Math" charset="0"/>
                            </a:rPr>
                            <m:t>1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.2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1.6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382" y="2171845"/>
                <a:ext cx="4520148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344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043608" y="2085206"/>
            <a:ext cx="7033592" cy="1343794"/>
          </a:xfrm>
        </p:spPr>
        <p:txBody>
          <a:bodyPr>
            <a:normAutofit/>
          </a:bodyPr>
          <a:lstStyle/>
          <a:p>
            <a:r>
              <a:rPr lang="en-US" altLang="ko-KR" b="1" dirty="0"/>
              <a:t>Some Issues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8030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몇가지 </a:t>
            </a:r>
            <a:r>
              <a:rPr kumimoji="1" lang="en-US" altLang="ko-KR" dirty="0"/>
              <a:t>Issue</a:t>
            </a:r>
            <a:r>
              <a:rPr kumimoji="1" lang="ko-KR" altLang="en-US" dirty="0"/>
              <a:t>들</a:t>
            </a:r>
            <a:endParaRPr kumimoji="1" lang="en-US" altLang="ko-KR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12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5" name="텍스트 상자 4"/>
          <p:cNvSpPr txBox="1"/>
          <p:nvPr/>
        </p:nvSpPr>
        <p:spPr>
          <a:xfrm>
            <a:off x="1074889" y="1602495"/>
            <a:ext cx="760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>
                <a:latin typeface="+mn-ea"/>
              </a:rPr>
              <a:t>주어진 데이터를 가장 잘 설명하는 함수모양을 찾아라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4241205" y="46588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4858742" y="44096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4704755" y="4841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6166842" y="40445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5674717" y="38921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5212890" y="3965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5855692" y="35079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/>
          </a:p>
        </p:txBody>
      </p: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3563342" y="458268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3636367" y="49589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4088805" y="51081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3202980" y="43334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898055" y="41937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86980" y="384132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2906117" y="390006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2618780" y="411755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1691680" y="5481214"/>
            <a:ext cx="5040312" cy="79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1691680" y="3265064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789142" y="5281189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1182092" y="3277764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/>
              <p:cNvSpPr/>
              <p:nvPr/>
            </p:nvSpPr>
            <p:spPr>
              <a:xfrm>
                <a:off x="6652551" y="3265544"/>
                <a:ext cx="166519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𝑦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직사각형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551" y="3265544"/>
                <a:ext cx="1665199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그룹 39"/>
          <p:cNvGrpSpPr/>
          <p:nvPr/>
        </p:nvGrpSpPr>
        <p:grpSpPr>
          <a:xfrm>
            <a:off x="1898055" y="1422400"/>
            <a:ext cx="3559756" cy="1537567"/>
            <a:chOff x="1898055" y="1422400"/>
            <a:chExt cx="3559756" cy="1537567"/>
          </a:xfrm>
        </p:grpSpPr>
        <p:sp>
          <p:nvSpPr>
            <p:cNvPr id="25" name="타원 24"/>
            <p:cNvSpPr/>
            <p:nvPr/>
          </p:nvSpPr>
          <p:spPr>
            <a:xfrm>
              <a:off x="3426032" y="1422400"/>
              <a:ext cx="2031779" cy="813369"/>
            </a:xfrm>
            <a:prstGeom prst="ellipse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텍스트 상자 25"/>
            <p:cNvSpPr txBox="1"/>
            <p:nvPr/>
          </p:nvSpPr>
          <p:spPr>
            <a:xfrm>
              <a:off x="1898055" y="2590635"/>
              <a:ext cx="2069053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/>
                <a:t>이게 무슨 소리</a:t>
              </a:r>
              <a:r>
                <a:rPr kumimoji="1" lang="en-US" altLang="ko-KR" dirty="0"/>
                <a:t>?</a:t>
              </a:r>
              <a:endParaRPr kumimoji="1" lang="ko-KR" altLang="en-US" dirty="0"/>
            </a:p>
          </p:txBody>
        </p:sp>
        <p:cxnSp>
          <p:nvCxnSpPr>
            <p:cNvPr id="28" name="직선 화살표 연결선 27"/>
            <p:cNvCxnSpPr>
              <a:stCxn id="26" idx="3"/>
              <a:endCxn id="25" idx="4"/>
            </p:cNvCxnSpPr>
            <p:nvPr/>
          </p:nvCxnSpPr>
          <p:spPr>
            <a:xfrm flipV="1">
              <a:off x="3967108" y="2235769"/>
              <a:ext cx="474814" cy="53953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텍스트 상자 34"/>
          <p:cNvSpPr txBox="1"/>
          <p:nvPr/>
        </p:nvSpPr>
        <p:spPr>
          <a:xfrm>
            <a:off x="5928591" y="2581011"/>
            <a:ext cx="125495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어떻게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grpSp>
        <p:nvGrpSpPr>
          <p:cNvPr id="41" name="그룹 40"/>
          <p:cNvGrpSpPr/>
          <p:nvPr/>
        </p:nvGrpSpPr>
        <p:grpSpPr>
          <a:xfrm>
            <a:off x="7183545" y="1412776"/>
            <a:ext cx="1501121" cy="1352901"/>
            <a:chOff x="7183545" y="1412776"/>
            <a:chExt cx="1501121" cy="1352901"/>
          </a:xfrm>
        </p:grpSpPr>
        <p:sp>
          <p:nvSpPr>
            <p:cNvPr id="34" name="타원 33"/>
            <p:cNvSpPr/>
            <p:nvPr/>
          </p:nvSpPr>
          <p:spPr>
            <a:xfrm>
              <a:off x="7452320" y="1412776"/>
              <a:ext cx="1232346" cy="813369"/>
            </a:xfrm>
            <a:prstGeom prst="ellipse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6" name="직선 화살표 연결선 35"/>
            <p:cNvCxnSpPr>
              <a:stCxn id="35" idx="3"/>
              <a:endCxn id="34" idx="4"/>
            </p:cNvCxnSpPr>
            <p:nvPr/>
          </p:nvCxnSpPr>
          <p:spPr>
            <a:xfrm flipV="1">
              <a:off x="7183545" y="2226145"/>
              <a:ext cx="884948" cy="539532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5742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가장 잘 설명하는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13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데이터를 가장 잘 설명하는</a:t>
            </a:r>
            <a:r>
              <a:rPr kumimoji="1" lang="en-US" altLang="ko-KR" dirty="0"/>
              <a:t>?</a:t>
            </a:r>
          </a:p>
          <a:p>
            <a:pPr lvl="1"/>
            <a:r>
              <a:rPr kumimoji="1" lang="ko-KR" altLang="en-US" dirty="0"/>
              <a:t>주어진 데이터와 오류를 최소하는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오류는 무엇인가</a:t>
            </a:r>
            <a:endParaRPr kumimoji="1" lang="en-US" altLang="ko-KR" dirty="0"/>
          </a:p>
        </p:txBody>
      </p:sp>
      <p:cxnSp>
        <p:nvCxnSpPr>
          <p:cNvPr id="9" name="직선 화살표 연결선 7"/>
          <p:cNvCxnSpPr>
            <a:cxnSpLocks noChangeShapeType="1"/>
          </p:cNvCxnSpPr>
          <p:nvPr/>
        </p:nvCxnSpPr>
        <p:spPr bwMode="auto">
          <a:xfrm>
            <a:off x="2162754" y="5674687"/>
            <a:ext cx="381635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화살표 연결선 8"/>
          <p:cNvCxnSpPr>
            <a:cxnSpLocks noChangeShapeType="1"/>
          </p:cNvCxnSpPr>
          <p:nvPr/>
        </p:nvCxnSpPr>
        <p:spPr bwMode="auto">
          <a:xfrm flipV="1">
            <a:off x="2307216" y="3442662"/>
            <a:ext cx="0" cy="23764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타원 9"/>
          <p:cNvSpPr>
            <a:spLocks noChangeArrowheads="1"/>
          </p:cNvSpPr>
          <p:nvPr/>
        </p:nvSpPr>
        <p:spPr bwMode="auto">
          <a:xfrm>
            <a:off x="2688216" y="4788862"/>
            <a:ext cx="71438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2" name="타원 10"/>
          <p:cNvSpPr>
            <a:spLocks noChangeArrowheads="1"/>
          </p:cNvSpPr>
          <p:nvPr/>
        </p:nvSpPr>
        <p:spPr bwMode="auto">
          <a:xfrm>
            <a:off x="3459741" y="4979362"/>
            <a:ext cx="71438" cy="7302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3" name="타원 11"/>
          <p:cNvSpPr>
            <a:spLocks noChangeArrowheads="1"/>
          </p:cNvSpPr>
          <p:nvPr/>
        </p:nvSpPr>
        <p:spPr bwMode="auto">
          <a:xfrm>
            <a:off x="2918404" y="4007812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4" name="타원 12"/>
          <p:cNvSpPr>
            <a:spLocks noChangeArrowheads="1"/>
          </p:cNvSpPr>
          <p:nvPr/>
        </p:nvSpPr>
        <p:spPr bwMode="auto">
          <a:xfrm>
            <a:off x="3680479" y="4385131"/>
            <a:ext cx="71438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5" name="타원 13"/>
          <p:cNvSpPr>
            <a:spLocks noChangeArrowheads="1"/>
          </p:cNvSpPr>
          <p:nvPr/>
        </p:nvSpPr>
        <p:spPr bwMode="auto">
          <a:xfrm>
            <a:off x="3855029" y="3599825"/>
            <a:ext cx="71437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6" name="타원 14"/>
          <p:cNvSpPr>
            <a:spLocks noChangeArrowheads="1"/>
          </p:cNvSpPr>
          <p:nvPr/>
        </p:nvSpPr>
        <p:spPr bwMode="auto">
          <a:xfrm>
            <a:off x="4096329" y="5279400"/>
            <a:ext cx="71437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7" name="타원 15"/>
          <p:cNvSpPr>
            <a:spLocks noChangeArrowheads="1"/>
          </p:cNvSpPr>
          <p:nvPr/>
        </p:nvSpPr>
        <p:spPr bwMode="auto">
          <a:xfrm>
            <a:off x="4691641" y="4882525"/>
            <a:ext cx="71438" cy="7302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8" name="타원 16"/>
          <p:cNvSpPr>
            <a:spLocks noChangeArrowheads="1"/>
          </p:cNvSpPr>
          <p:nvPr/>
        </p:nvSpPr>
        <p:spPr bwMode="auto">
          <a:xfrm>
            <a:off x="5042479" y="4212600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19" name="타원 17"/>
          <p:cNvSpPr>
            <a:spLocks noChangeArrowheads="1"/>
          </p:cNvSpPr>
          <p:nvPr/>
        </p:nvSpPr>
        <p:spPr bwMode="auto">
          <a:xfrm>
            <a:off x="5402841" y="5274637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20" name="타원 18"/>
          <p:cNvSpPr>
            <a:spLocks noChangeArrowheads="1"/>
          </p:cNvSpPr>
          <p:nvPr/>
        </p:nvSpPr>
        <p:spPr bwMode="auto">
          <a:xfrm>
            <a:off x="5691766" y="3886860"/>
            <a:ext cx="71438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22" name="자유형 20"/>
          <p:cNvSpPr>
            <a:spLocks/>
          </p:cNvSpPr>
          <p:nvPr/>
        </p:nvSpPr>
        <p:spPr bwMode="auto">
          <a:xfrm>
            <a:off x="2688216" y="3926181"/>
            <a:ext cx="3291030" cy="1388144"/>
          </a:xfrm>
          <a:custGeom>
            <a:avLst/>
            <a:gdLst>
              <a:gd name="T0" fmla="*/ 0 w 3291840"/>
              <a:gd name="T1" fmla="*/ 1388226 h 1388226"/>
              <a:gd name="T2" fmla="*/ 748145 w 3291840"/>
              <a:gd name="T3" fmla="*/ 781397 h 1388226"/>
              <a:gd name="T4" fmla="*/ 1862051 w 3291840"/>
              <a:gd name="T5" fmla="*/ 773084 h 1388226"/>
              <a:gd name="T6" fmla="*/ 2660072 w 3291840"/>
              <a:gd name="T7" fmla="*/ 523702 h 1388226"/>
              <a:gd name="T8" fmla="*/ 3291840 w 3291840"/>
              <a:gd name="T9" fmla="*/ 0 h 1388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91840"/>
              <a:gd name="T16" fmla="*/ 0 h 1388226"/>
              <a:gd name="T17" fmla="*/ 3291840 w 3291840"/>
              <a:gd name="T18" fmla="*/ 1388226 h 1388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91840" h="1388226">
                <a:moveTo>
                  <a:pt x="0" y="1388226"/>
                </a:moveTo>
                <a:cubicBezTo>
                  <a:pt x="218901" y="1136073"/>
                  <a:pt x="437803" y="883921"/>
                  <a:pt x="748145" y="781397"/>
                </a:cubicBezTo>
                <a:cubicBezTo>
                  <a:pt x="1058487" y="678873"/>
                  <a:pt x="1543396" y="816033"/>
                  <a:pt x="1862051" y="773084"/>
                </a:cubicBezTo>
                <a:cubicBezTo>
                  <a:pt x="2180706" y="730135"/>
                  <a:pt x="2421775" y="652549"/>
                  <a:pt x="2660073" y="523702"/>
                </a:cubicBezTo>
                <a:cubicBezTo>
                  <a:pt x="2898371" y="394855"/>
                  <a:pt x="3095105" y="197427"/>
                  <a:pt x="3291840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56" name="그룹 55"/>
          <p:cNvGrpSpPr/>
          <p:nvPr/>
        </p:nvGrpSpPr>
        <p:grpSpPr>
          <a:xfrm>
            <a:off x="2725274" y="3671263"/>
            <a:ext cx="3002211" cy="1618599"/>
            <a:chOff x="2686248" y="3009752"/>
            <a:chExt cx="3002211" cy="1618599"/>
          </a:xfrm>
        </p:grpSpPr>
        <p:cxnSp>
          <p:nvCxnSpPr>
            <p:cNvPr id="25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2928860" y="3437708"/>
              <a:ext cx="0" cy="8841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직선 화살표 연결선 26"/>
            <p:cNvCxnSpPr>
              <a:cxnSpLocks noChangeShapeType="1"/>
            </p:cNvCxnSpPr>
            <p:nvPr/>
          </p:nvCxnSpPr>
          <p:spPr bwMode="auto">
            <a:xfrm flipV="1">
              <a:off x="3851721" y="3009752"/>
              <a:ext cx="0" cy="95964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직선 화살표 연결선 27"/>
            <p:cNvCxnSpPr>
              <a:cxnSpLocks noChangeShapeType="1"/>
            </p:cNvCxnSpPr>
            <p:nvPr/>
          </p:nvCxnSpPr>
          <p:spPr bwMode="auto">
            <a:xfrm flipV="1">
              <a:off x="5400327" y="3767162"/>
              <a:ext cx="1" cy="82746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직선 화살표 연결선 28"/>
            <p:cNvCxnSpPr>
              <a:cxnSpLocks noChangeShapeType="1"/>
            </p:cNvCxnSpPr>
            <p:nvPr/>
          </p:nvCxnSpPr>
          <p:spPr bwMode="auto">
            <a:xfrm flipV="1">
              <a:off x="4093983" y="4044454"/>
              <a:ext cx="1899" cy="58389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5039965" y="3649736"/>
              <a:ext cx="0" cy="2300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2686248" y="4212408"/>
              <a:ext cx="0" cy="36924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4675822" y="4035057"/>
              <a:ext cx="1168" cy="21121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3676251" y="3800260"/>
              <a:ext cx="0" cy="18301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3452596" y="4063633"/>
              <a:ext cx="736" cy="2603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5688459" y="3306563"/>
              <a:ext cx="0" cy="18301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직사각형 56"/>
              <p:cNvSpPr/>
              <p:nvPr/>
            </p:nvSpPr>
            <p:spPr>
              <a:xfrm>
                <a:off x="6019861" y="3635543"/>
                <a:ext cx="233955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a:rPr lang="en-US" altLang="ko-KR" sz="2000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7" name="직사각형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61" y="3635543"/>
                <a:ext cx="2339551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17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가장 잘 설명하는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14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주어진 데이터와 오류를 최소화하는 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텍스트 상자 32"/>
              <p:cNvSpPr txBox="1"/>
              <p:nvPr/>
            </p:nvSpPr>
            <p:spPr>
              <a:xfrm>
                <a:off x="2491916" y="2146543"/>
                <a:ext cx="4455387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𝐸𝑟𝑟𝑜𝑟</m:t>
                      </m:r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3" name="텍스트 상자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916" y="2146543"/>
                <a:ext cx="4455387" cy="707886"/>
              </a:xfrm>
              <a:prstGeom prst="rect">
                <a:avLst/>
              </a:prstGeom>
              <a:blipFill rotWithShape="0"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7"/>
          <p:cNvCxnSpPr>
            <a:cxnSpLocks noChangeShapeType="1"/>
          </p:cNvCxnSpPr>
          <p:nvPr/>
        </p:nvCxnSpPr>
        <p:spPr bwMode="auto">
          <a:xfrm>
            <a:off x="2162754" y="5674687"/>
            <a:ext cx="381635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직선 화살표 연결선 8"/>
          <p:cNvCxnSpPr>
            <a:cxnSpLocks noChangeShapeType="1"/>
          </p:cNvCxnSpPr>
          <p:nvPr/>
        </p:nvCxnSpPr>
        <p:spPr bwMode="auto">
          <a:xfrm flipV="1">
            <a:off x="2307216" y="3442662"/>
            <a:ext cx="0" cy="23764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타원 9"/>
          <p:cNvSpPr>
            <a:spLocks noChangeArrowheads="1"/>
          </p:cNvSpPr>
          <p:nvPr/>
        </p:nvSpPr>
        <p:spPr bwMode="auto">
          <a:xfrm>
            <a:off x="2688216" y="4788862"/>
            <a:ext cx="71438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37" name="타원 10"/>
          <p:cNvSpPr>
            <a:spLocks noChangeArrowheads="1"/>
          </p:cNvSpPr>
          <p:nvPr/>
        </p:nvSpPr>
        <p:spPr bwMode="auto">
          <a:xfrm>
            <a:off x="3459741" y="4979362"/>
            <a:ext cx="71438" cy="7302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38" name="타원 11"/>
          <p:cNvSpPr>
            <a:spLocks noChangeArrowheads="1"/>
          </p:cNvSpPr>
          <p:nvPr/>
        </p:nvSpPr>
        <p:spPr bwMode="auto">
          <a:xfrm>
            <a:off x="2918404" y="4007812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39" name="타원 12"/>
          <p:cNvSpPr>
            <a:spLocks noChangeArrowheads="1"/>
          </p:cNvSpPr>
          <p:nvPr/>
        </p:nvSpPr>
        <p:spPr bwMode="auto">
          <a:xfrm>
            <a:off x="3680479" y="4385131"/>
            <a:ext cx="71438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40" name="타원 13"/>
          <p:cNvSpPr>
            <a:spLocks noChangeArrowheads="1"/>
          </p:cNvSpPr>
          <p:nvPr/>
        </p:nvSpPr>
        <p:spPr bwMode="auto">
          <a:xfrm>
            <a:off x="3855029" y="3599825"/>
            <a:ext cx="71437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41" name="타원 14"/>
          <p:cNvSpPr>
            <a:spLocks noChangeArrowheads="1"/>
          </p:cNvSpPr>
          <p:nvPr/>
        </p:nvSpPr>
        <p:spPr bwMode="auto">
          <a:xfrm>
            <a:off x="4096329" y="5279400"/>
            <a:ext cx="71437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42" name="타원 15"/>
          <p:cNvSpPr>
            <a:spLocks noChangeArrowheads="1"/>
          </p:cNvSpPr>
          <p:nvPr/>
        </p:nvSpPr>
        <p:spPr bwMode="auto">
          <a:xfrm>
            <a:off x="4691641" y="4882525"/>
            <a:ext cx="71438" cy="73025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43" name="타원 16"/>
          <p:cNvSpPr>
            <a:spLocks noChangeArrowheads="1"/>
          </p:cNvSpPr>
          <p:nvPr/>
        </p:nvSpPr>
        <p:spPr bwMode="auto">
          <a:xfrm>
            <a:off x="5042479" y="4212600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44" name="타원 17"/>
          <p:cNvSpPr>
            <a:spLocks noChangeArrowheads="1"/>
          </p:cNvSpPr>
          <p:nvPr/>
        </p:nvSpPr>
        <p:spPr bwMode="auto">
          <a:xfrm>
            <a:off x="5402841" y="5274637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45" name="타원 18"/>
          <p:cNvSpPr>
            <a:spLocks noChangeArrowheads="1"/>
          </p:cNvSpPr>
          <p:nvPr/>
        </p:nvSpPr>
        <p:spPr bwMode="auto">
          <a:xfrm>
            <a:off x="5691766" y="3886860"/>
            <a:ext cx="71438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p:sp>
        <p:nvSpPr>
          <p:cNvPr id="46" name="자유형 20"/>
          <p:cNvSpPr>
            <a:spLocks/>
          </p:cNvSpPr>
          <p:nvPr/>
        </p:nvSpPr>
        <p:spPr bwMode="auto">
          <a:xfrm>
            <a:off x="2688216" y="3926181"/>
            <a:ext cx="3291030" cy="1388144"/>
          </a:xfrm>
          <a:custGeom>
            <a:avLst/>
            <a:gdLst>
              <a:gd name="T0" fmla="*/ 0 w 3291840"/>
              <a:gd name="T1" fmla="*/ 1388226 h 1388226"/>
              <a:gd name="T2" fmla="*/ 748145 w 3291840"/>
              <a:gd name="T3" fmla="*/ 781397 h 1388226"/>
              <a:gd name="T4" fmla="*/ 1862051 w 3291840"/>
              <a:gd name="T5" fmla="*/ 773084 h 1388226"/>
              <a:gd name="T6" fmla="*/ 2660072 w 3291840"/>
              <a:gd name="T7" fmla="*/ 523702 h 1388226"/>
              <a:gd name="T8" fmla="*/ 3291840 w 3291840"/>
              <a:gd name="T9" fmla="*/ 0 h 1388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91840"/>
              <a:gd name="T16" fmla="*/ 0 h 1388226"/>
              <a:gd name="T17" fmla="*/ 3291840 w 3291840"/>
              <a:gd name="T18" fmla="*/ 1388226 h 1388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91840" h="1388226">
                <a:moveTo>
                  <a:pt x="0" y="1388226"/>
                </a:moveTo>
                <a:cubicBezTo>
                  <a:pt x="218901" y="1136073"/>
                  <a:pt x="437803" y="883921"/>
                  <a:pt x="748145" y="781397"/>
                </a:cubicBezTo>
                <a:cubicBezTo>
                  <a:pt x="1058487" y="678873"/>
                  <a:pt x="1543396" y="816033"/>
                  <a:pt x="1862051" y="773084"/>
                </a:cubicBezTo>
                <a:cubicBezTo>
                  <a:pt x="2180706" y="730135"/>
                  <a:pt x="2421775" y="652549"/>
                  <a:pt x="2660073" y="523702"/>
                </a:cubicBezTo>
                <a:cubicBezTo>
                  <a:pt x="2898371" y="394855"/>
                  <a:pt x="3095105" y="197427"/>
                  <a:pt x="3291840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직사각형 57"/>
              <p:cNvSpPr/>
              <p:nvPr/>
            </p:nvSpPr>
            <p:spPr>
              <a:xfrm>
                <a:off x="6019861" y="3635543"/>
                <a:ext cx="233955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a:rPr lang="en-US" altLang="ko-KR" sz="2000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8" name="직사각형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61" y="3635543"/>
                <a:ext cx="2339551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그룹 58"/>
          <p:cNvGrpSpPr/>
          <p:nvPr/>
        </p:nvGrpSpPr>
        <p:grpSpPr>
          <a:xfrm>
            <a:off x="2725274" y="3671263"/>
            <a:ext cx="3002211" cy="1618599"/>
            <a:chOff x="2686248" y="3009752"/>
            <a:chExt cx="3002211" cy="1618599"/>
          </a:xfrm>
        </p:grpSpPr>
        <p:cxnSp>
          <p:nvCxnSpPr>
            <p:cNvPr id="60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2928860" y="3437708"/>
              <a:ext cx="0" cy="8841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직선 화살표 연결선 26"/>
            <p:cNvCxnSpPr>
              <a:cxnSpLocks noChangeShapeType="1"/>
            </p:cNvCxnSpPr>
            <p:nvPr/>
          </p:nvCxnSpPr>
          <p:spPr bwMode="auto">
            <a:xfrm flipV="1">
              <a:off x="3851721" y="3009752"/>
              <a:ext cx="0" cy="95964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직선 화살표 연결선 27"/>
            <p:cNvCxnSpPr>
              <a:cxnSpLocks noChangeShapeType="1"/>
            </p:cNvCxnSpPr>
            <p:nvPr/>
          </p:nvCxnSpPr>
          <p:spPr bwMode="auto">
            <a:xfrm flipV="1">
              <a:off x="5400327" y="3767162"/>
              <a:ext cx="1" cy="82746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직선 화살표 연결선 28"/>
            <p:cNvCxnSpPr>
              <a:cxnSpLocks noChangeShapeType="1"/>
            </p:cNvCxnSpPr>
            <p:nvPr/>
          </p:nvCxnSpPr>
          <p:spPr bwMode="auto">
            <a:xfrm flipV="1">
              <a:off x="4093983" y="4044454"/>
              <a:ext cx="1899" cy="58389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5039965" y="3649736"/>
              <a:ext cx="0" cy="2300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2686248" y="4212408"/>
              <a:ext cx="0" cy="36924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4675822" y="4035057"/>
              <a:ext cx="1168" cy="21121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3676251" y="3800260"/>
              <a:ext cx="0" cy="18301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3452596" y="4063633"/>
              <a:ext cx="736" cy="2603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직선 화살표 연결선 25"/>
            <p:cNvCxnSpPr>
              <a:cxnSpLocks noChangeShapeType="1"/>
            </p:cNvCxnSpPr>
            <p:nvPr/>
          </p:nvCxnSpPr>
          <p:spPr bwMode="auto">
            <a:xfrm flipV="1">
              <a:off x="5688459" y="3306563"/>
              <a:ext cx="0" cy="18301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6733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가장 잘 설명하는 함수를 찾아라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15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kumimoji="1" lang="ko-KR" altLang="en-US" dirty="0"/>
                  <a:t>주어진 데이터와 오류를 최소화하는 함수는 어떻게 찾지</a:t>
                </a:r>
                <a:r>
                  <a:rPr kumimoji="1" lang="en-US" altLang="ko-KR" dirty="0"/>
                  <a:t>?</a:t>
                </a:r>
              </a:p>
              <a:p>
                <a:endParaRPr kumimoji="1" lang="en-US" altLang="ko-KR" dirty="0"/>
              </a:p>
              <a:p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ko-KR" altLang="en-US" dirty="0"/>
                  <a:t>함수모양은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dirty="0"/>
                  <a:t>가 결정하므로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다시 말하면</a:t>
                </a:r>
                <a:r>
                  <a:rPr kumimoji="1" lang="en-US" altLang="ko-KR" dirty="0"/>
                  <a:t/>
                </a:r>
                <a:br>
                  <a:rPr kumimoji="1" lang="en-US" altLang="ko-KR" dirty="0"/>
                </a:br>
                <a:endParaRPr kumimoji="1" lang="ko-KR" altLang="en-US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519" t="-988" r="-1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텍스트 상자 30"/>
              <p:cNvSpPr txBox="1"/>
              <p:nvPr/>
            </p:nvSpPr>
            <p:spPr>
              <a:xfrm>
                <a:off x="1926461" y="2117664"/>
                <a:ext cx="553036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1" name="텍스트 상자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461" y="2117664"/>
                <a:ext cx="5530360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상자 4"/>
              <p:cNvSpPr txBox="1"/>
              <p:nvPr/>
            </p:nvSpPr>
            <p:spPr>
              <a:xfrm>
                <a:off x="827584" y="4293096"/>
                <a:ext cx="8010526" cy="940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ko-KR" sz="2400" dirty="0"/>
                  <a:t>Error</a:t>
                </a:r>
                <a:r>
                  <a:rPr kumimoji="1" lang="ko-KR" altLang="en-US" sz="2400" dirty="0"/>
                  <a:t>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sz="2400" dirty="0"/>
                  <a:t>를 찾으면</a:t>
                </a:r>
                <a:r>
                  <a:rPr kumimoji="1" lang="en-US" altLang="ko-KR" sz="2400" dirty="0"/>
                  <a:t>,</a:t>
                </a:r>
                <a:br>
                  <a:rPr kumimoji="1" lang="en-US" altLang="ko-KR" sz="2400" dirty="0"/>
                </a:br>
                <a:r>
                  <a:rPr kumimoji="1" lang="ko-KR" altLang="en-US" sz="2400" dirty="0"/>
                  <a:t>주어진 데이터와 오류를 최소화 하는 함수를 찾을 수 있다</a:t>
                </a:r>
                <a:r>
                  <a:rPr kumimoji="1" lang="en-US" altLang="ko-KR" sz="2400" dirty="0"/>
                  <a:t>.</a:t>
                </a:r>
                <a:endParaRPr kumimoji="1" lang="ko-KR" altLang="en-US" sz="2400" dirty="0"/>
              </a:p>
            </p:txBody>
          </p:sp>
        </mc:Choice>
        <mc:Fallback xmlns="">
          <p:sp>
            <p:nvSpPr>
              <p:cNvPr id="5" name="텍스트 상자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293096"/>
                <a:ext cx="8010526" cy="940129"/>
              </a:xfrm>
              <a:prstGeom prst="rect">
                <a:avLst/>
              </a:prstGeom>
              <a:blipFill rotWithShape="0">
                <a:blip r:embed="rId5"/>
                <a:stretch>
                  <a:fillRect l="-1218" t="-1948" r="-152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563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가장 잘 설명하는 함수를 찾아라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16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</a:t>
            </a:r>
            <a:r>
              <a:rPr kumimoji="1" lang="ko-KR" altLang="en-US" dirty="0"/>
              <a:t>주어진 데이터를 가장 잘 설명하는 함수를 찾아라</a:t>
            </a:r>
            <a:r>
              <a:rPr kumimoji="1" lang="en-US" altLang="ko-KR" dirty="0"/>
              <a:t>”</a:t>
            </a:r>
            <a:r>
              <a:rPr kumimoji="1" lang="ko-KR" altLang="en-US" dirty="0"/>
              <a:t> 라는 문제는</a:t>
            </a: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ko-KR" altLang="en-US" dirty="0"/>
              <a:t>문제로 변환될 수 있다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텍스트 상자 32"/>
              <p:cNvSpPr txBox="1"/>
              <p:nvPr/>
            </p:nvSpPr>
            <p:spPr>
              <a:xfrm>
                <a:off x="1979712" y="3225170"/>
                <a:ext cx="553036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3" name="텍스트 상자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3225170"/>
                <a:ext cx="5530360" cy="707886"/>
              </a:xfrm>
              <a:prstGeom prst="rect">
                <a:avLst/>
              </a:prstGeom>
              <a:blipFill rotWithShape="0"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텍스트 상자 30"/>
              <p:cNvSpPr txBox="1"/>
              <p:nvPr/>
            </p:nvSpPr>
            <p:spPr>
              <a:xfrm>
                <a:off x="1442609" y="2416976"/>
                <a:ext cx="6604565" cy="535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2400" dirty="0"/>
                  <a:t>아래 함수를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sz="2400" dirty="0"/>
                  <a:t>를 찾아라</a:t>
                </a:r>
              </a:p>
            </p:txBody>
          </p:sp>
        </mc:Choice>
        <mc:Fallback xmlns="">
          <p:sp>
            <p:nvSpPr>
              <p:cNvPr id="31" name="텍스트 상자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609" y="2416976"/>
                <a:ext cx="6604565" cy="535531"/>
              </a:xfrm>
              <a:prstGeom prst="rect">
                <a:avLst/>
              </a:prstGeom>
              <a:blipFill rotWithShape="0">
                <a:blip r:embed="rId4"/>
                <a:stretch>
                  <a:fillRect l="-1477" t="-3409" r="-462" b="-17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/>
          <p:cNvSpPr/>
          <p:nvPr/>
        </p:nvSpPr>
        <p:spPr>
          <a:xfrm>
            <a:off x="1043608" y="2204864"/>
            <a:ext cx="7128792" cy="194421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544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가장 잘 설명하는 함수를 찾아라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17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우리는 아래 문제를 해결하면 기계학습 문제를 해결할 수 있다</a:t>
            </a: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r>
              <a:rPr kumimoji="1" lang="en-US" altLang="ko-KR" dirty="0"/>
              <a:t/>
            </a:r>
            <a:br>
              <a:rPr kumimoji="1" lang="en-US" altLang="ko-KR" dirty="0"/>
            </a:br>
            <a:endParaRPr kumimoji="1" lang="en-US" altLang="ko-KR" dirty="0"/>
          </a:p>
          <a:p>
            <a:r>
              <a:rPr kumimoji="1" lang="ko-KR" altLang="en-US" dirty="0"/>
              <a:t>그런데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어떻게</a:t>
            </a:r>
            <a:r>
              <a:rPr kumimoji="1" lang="en-US" altLang="ko-KR" dirty="0"/>
              <a:t>??</a:t>
            </a:r>
          </a:p>
          <a:p>
            <a:pPr lvl="1"/>
            <a:r>
              <a:rPr kumimoji="1" lang="ko-KR" altLang="en-US" dirty="0"/>
              <a:t>수단과 방법을 가리지 말고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아무튼 찾아라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텍스트 상자 32"/>
              <p:cNvSpPr txBox="1"/>
              <p:nvPr/>
            </p:nvSpPr>
            <p:spPr>
              <a:xfrm>
                <a:off x="1979712" y="3225170"/>
                <a:ext cx="553036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3" name="텍스트 상자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3225170"/>
                <a:ext cx="5530360" cy="707886"/>
              </a:xfrm>
              <a:prstGeom prst="rect">
                <a:avLst/>
              </a:prstGeom>
              <a:blipFill rotWithShape="0"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텍스트 상자 30"/>
              <p:cNvSpPr txBox="1"/>
              <p:nvPr/>
            </p:nvSpPr>
            <p:spPr>
              <a:xfrm>
                <a:off x="1442609" y="2416976"/>
                <a:ext cx="6604565" cy="535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2400" dirty="0"/>
                  <a:t>아래 함수를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sz="2400" dirty="0"/>
                  <a:t>를 찾아라</a:t>
                </a:r>
              </a:p>
            </p:txBody>
          </p:sp>
        </mc:Choice>
        <mc:Fallback xmlns="">
          <p:sp>
            <p:nvSpPr>
              <p:cNvPr id="31" name="텍스트 상자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609" y="2416976"/>
                <a:ext cx="6604565" cy="535531"/>
              </a:xfrm>
              <a:prstGeom prst="rect">
                <a:avLst/>
              </a:prstGeom>
              <a:blipFill rotWithShape="0">
                <a:blip r:embed="rId4"/>
                <a:stretch>
                  <a:fillRect l="-1477" t="-3409" r="-462" b="-17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/>
          <p:cNvSpPr/>
          <p:nvPr/>
        </p:nvSpPr>
        <p:spPr>
          <a:xfrm>
            <a:off x="1043608" y="2204864"/>
            <a:ext cx="7128792" cy="194421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1844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043608" y="2085206"/>
            <a:ext cx="7033592" cy="1343794"/>
          </a:xfrm>
        </p:spPr>
        <p:txBody>
          <a:bodyPr>
            <a:normAutofit/>
          </a:bodyPr>
          <a:lstStyle/>
          <a:p>
            <a:r>
              <a:rPr lang="en-US" altLang="ko-KR" b="1" dirty="0"/>
              <a:t>Minimizing</a:t>
            </a:r>
            <a:r>
              <a:rPr lang="ko-KR" altLang="en-US" b="1" dirty="0"/>
              <a:t> </a:t>
            </a:r>
            <a:r>
              <a:rPr lang="en-US" altLang="ko-KR" b="1" dirty="0"/>
              <a:t>Error</a:t>
            </a:r>
            <a:r>
              <a:rPr lang="ko-KR" altLang="en-US" b="1" dirty="0"/>
              <a:t> </a:t>
            </a:r>
            <a:r>
              <a:rPr lang="en-US" altLang="ko-KR" b="1" dirty="0"/>
              <a:t>Functions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56320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고등학교 때의 기억을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19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이런 류는 너무 어려울 수 있으니까</a:t>
            </a:r>
            <a:r>
              <a:rPr kumimoji="1" lang="en-US" altLang="ko-KR" dirty="0"/>
              <a:t>..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pPr lvl="1"/>
            <a:endParaRPr kumimoji="1" lang="en-US" altLang="ko-KR" dirty="0"/>
          </a:p>
          <a:p>
            <a:r>
              <a:rPr kumimoji="1" lang="ko-KR" altLang="en-US" dirty="0"/>
              <a:t>대신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아래 문제를 해결하시오</a:t>
            </a:r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상자 5"/>
              <p:cNvSpPr txBox="1"/>
              <p:nvPr/>
            </p:nvSpPr>
            <p:spPr>
              <a:xfrm>
                <a:off x="1953902" y="4732327"/>
                <a:ext cx="5316135" cy="535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2400" dirty="0"/>
                  <a:t>아래 함수를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kumimoji="1" lang="ko-KR" altLang="en-US" sz="2400" dirty="0"/>
                  <a:t>을 찾아라</a:t>
                </a:r>
              </a:p>
            </p:txBody>
          </p:sp>
        </mc:Choice>
        <mc:Fallback xmlns="">
          <p:sp>
            <p:nvSpPr>
              <p:cNvPr id="6" name="텍스트 상자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902" y="4732327"/>
                <a:ext cx="5316135" cy="535531"/>
              </a:xfrm>
              <a:prstGeom prst="rect">
                <a:avLst/>
              </a:prstGeom>
              <a:blipFill rotWithShape="0">
                <a:blip r:embed="rId2"/>
                <a:stretch>
                  <a:fillRect l="-1835" t="-80682" b="-106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텍스트 상자 7"/>
              <p:cNvSpPr txBox="1"/>
              <p:nvPr/>
            </p:nvSpPr>
            <p:spPr>
              <a:xfrm>
                <a:off x="1979712" y="2797034"/>
                <a:ext cx="553036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8" name="텍스트 상자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797034"/>
                <a:ext cx="5530360" cy="707886"/>
              </a:xfrm>
              <a:prstGeom prst="rect">
                <a:avLst/>
              </a:prstGeom>
              <a:blipFill rotWithShape="0"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상자 8"/>
              <p:cNvSpPr txBox="1"/>
              <p:nvPr/>
            </p:nvSpPr>
            <p:spPr>
              <a:xfrm>
                <a:off x="1442609" y="1988840"/>
                <a:ext cx="6604565" cy="535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2400" dirty="0"/>
                  <a:t>아래 함수를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sz="2400" dirty="0"/>
                  <a:t>를 찾아라</a:t>
                </a:r>
              </a:p>
            </p:txBody>
          </p:sp>
        </mc:Choice>
        <mc:Fallback xmlns="">
          <p:sp>
            <p:nvSpPr>
              <p:cNvPr id="9" name="텍스트 상자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609" y="1988840"/>
                <a:ext cx="6604565" cy="535531"/>
              </a:xfrm>
              <a:prstGeom prst="rect">
                <a:avLst/>
              </a:prstGeom>
              <a:blipFill rotWithShape="0">
                <a:blip r:embed="rId4"/>
                <a:stretch>
                  <a:fillRect l="-1477" t="-3409" r="-462" b="-17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상자 9"/>
              <p:cNvSpPr txBox="1"/>
              <p:nvPr/>
            </p:nvSpPr>
            <p:spPr>
              <a:xfrm>
                <a:off x="3244054" y="5456257"/>
                <a:ext cx="2418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>
                          <a:latin typeface="Cambria Math" charset="0"/>
                        </a:rPr>
                        <m:t>+</m:t>
                      </m:r>
                      <m:r>
                        <a:rPr lang="en-US" altLang="ko-KR" i="1">
                          <a:latin typeface="Cambria Math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>
                          <a:latin typeface="Cambria Math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0" name="텍스트 상자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054" y="5456257"/>
                <a:ext cx="241835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511" t="-2222" r="-176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/>
          <p:cNvSpPr/>
          <p:nvPr/>
        </p:nvSpPr>
        <p:spPr>
          <a:xfrm>
            <a:off x="1043608" y="1772816"/>
            <a:ext cx="7128792" cy="194421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045344" y="4653136"/>
            <a:ext cx="7128792" cy="1296144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4366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고등학교 때의 기억을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20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kumimoji="1" lang="ko-KR" altLang="en-US" dirty="0"/>
                  <a:t>아래 문제를 해결하시오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흠</a:t>
                </a:r>
                <a:r>
                  <a:rPr kumimoji="1" lang="en-US" altLang="ko-KR" dirty="0"/>
                  <a:t>..</a:t>
                </a:r>
                <a:r>
                  <a:rPr kumimoji="1" lang="ko-KR" altLang="en-US" dirty="0"/>
                  <a:t> 너무 쉽다</a:t>
                </a:r>
                <a:endParaRPr kumimoji="1" lang="en-US" altLang="ko-KR" dirty="0"/>
              </a:p>
              <a:p>
                <a:pPr marL="594360" lvl="2" indent="0">
                  <a:buNone/>
                </a:pPr>
                <a:r>
                  <a:rPr kumimoji="1" lang="en-US" altLang="ko-KR" dirty="0"/>
                  <a:t>1. </a:t>
                </a:r>
                <a:r>
                  <a:rPr kumimoji="1" lang="ko-KR" altLang="en-US" dirty="0"/>
                  <a:t>우선 </a:t>
                </a:r>
                <a:r>
                  <a:rPr kumimoji="1" lang="en-US" altLang="ko-KR" dirty="0"/>
                  <a:t>E</a:t>
                </a:r>
                <a:r>
                  <a:rPr kumimoji="1" lang="ko-KR" altLang="en-US" dirty="0"/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ko-KR" altLang="en-US" dirty="0"/>
                  <a:t>에 대해서 미분하고</a:t>
                </a:r>
                <a:endParaRPr kumimoji="1" lang="en-US" altLang="ko-KR" dirty="0"/>
              </a:p>
              <a:p>
                <a:pPr lvl="2"/>
                <a:endParaRPr kumimoji="1" lang="en-US" altLang="ko-KR" dirty="0"/>
              </a:p>
              <a:p>
                <a:pPr lvl="2"/>
                <a:endParaRPr kumimoji="1" lang="en-US" altLang="ko-KR" dirty="0"/>
              </a:p>
              <a:p>
                <a:pPr marL="594360" lvl="2" indent="0">
                  <a:buNone/>
                </a:pPr>
                <a:r>
                  <a:rPr kumimoji="1" lang="en-US" altLang="ko-KR" dirty="0"/>
                  <a:t>2. </a:t>
                </a:r>
                <a:r>
                  <a:rPr kumimoji="1" lang="ko-KR" altLang="en-US" dirty="0"/>
                  <a:t>이것을 </a:t>
                </a:r>
                <a:r>
                  <a:rPr kumimoji="1" lang="en-US" altLang="ko-KR" dirty="0"/>
                  <a:t>0</a:t>
                </a:r>
                <a:r>
                  <a:rPr kumimoji="1" lang="ko-KR" altLang="en-US" dirty="0"/>
                  <a:t>으로 만드는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ko-KR" altLang="en-US" dirty="0"/>
                  <a:t>을 찾으면</a:t>
                </a:r>
                <a:endParaRPr kumimoji="1" lang="en-US" altLang="ko-KR" dirty="0"/>
              </a:p>
              <a:p>
                <a:pPr lvl="2">
                  <a:lnSpc>
                    <a:spcPct val="120000"/>
                  </a:lnSpc>
                </a:pPr>
                <a:endParaRPr kumimoji="1" lang="en-US" altLang="ko-KR" dirty="0"/>
              </a:p>
              <a:p>
                <a:pPr marL="594360" lvl="2" indent="0">
                  <a:buNone/>
                </a:pPr>
                <a:r>
                  <a:rPr kumimoji="1" lang="en-US" altLang="ko-KR" dirty="0"/>
                  <a:t>3. </a:t>
                </a:r>
                <a:r>
                  <a:rPr kumimoji="1" lang="ko-KR" altLang="en-US" dirty="0"/>
                  <a:t>그게 답이지</a:t>
                </a:r>
                <a:endParaRPr kumimoji="1" lang="en-US" altLang="ko-KR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상자 5"/>
              <p:cNvSpPr txBox="1"/>
              <p:nvPr/>
            </p:nvSpPr>
            <p:spPr>
              <a:xfrm>
                <a:off x="1691680" y="1924015"/>
                <a:ext cx="5316135" cy="535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2400" dirty="0"/>
                  <a:t>아래 함수를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kumimoji="1" lang="ko-KR" altLang="en-US" sz="2400" dirty="0"/>
                  <a:t>을 찾아라</a:t>
                </a:r>
              </a:p>
            </p:txBody>
          </p:sp>
        </mc:Choice>
        <mc:Fallback xmlns="">
          <p:sp>
            <p:nvSpPr>
              <p:cNvPr id="6" name="텍스트 상자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1924015"/>
                <a:ext cx="5316135" cy="535531"/>
              </a:xfrm>
              <a:prstGeom prst="rect">
                <a:avLst/>
              </a:prstGeom>
              <a:blipFill rotWithShape="0">
                <a:blip r:embed="rId3"/>
                <a:stretch>
                  <a:fillRect l="-1835" t="-82759" b="-109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텍스트 상자 6"/>
              <p:cNvSpPr txBox="1"/>
              <p:nvPr/>
            </p:nvSpPr>
            <p:spPr>
              <a:xfrm>
                <a:off x="3244054" y="2647945"/>
                <a:ext cx="2418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>
                          <a:latin typeface="Cambria Math" charset="0"/>
                        </a:rPr>
                        <m:t>+</m:t>
                      </m:r>
                      <m:r>
                        <a:rPr lang="en-US" altLang="ko-KR" i="1">
                          <a:latin typeface="Cambria Math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>
                          <a:latin typeface="Cambria Math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7" name="텍스트 상자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054" y="2647945"/>
                <a:ext cx="241835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511" t="-2174" r="-1763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상자 4"/>
              <p:cNvSpPr txBox="1"/>
              <p:nvPr/>
            </p:nvSpPr>
            <p:spPr>
              <a:xfrm>
                <a:off x="2951544" y="4005064"/>
                <a:ext cx="1955407" cy="582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0" smtClean="0">
                          <a:latin typeface="Cambria Math" charset="0"/>
                        </a:rPr>
                        <m:t>+</m:t>
                      </m:r>
                      <m:r>
                        <a:rPr lang="en-US" altLang="ko-KR" i="1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5" name="텍스트 상자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544" y="4005064"/>
                <a:ext cx="1955407" cy="58285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텍스트 상자 10"/>
              <p:cNvSpPr txBox="1"/>
              <p:nvPr/>
            </p:nvSpPr>
            <p:spPr>
              <a:xfrm>
                <a:off x="2987824" y="5153004"/>
                <a:ext cx="12901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>
                          <a:latin typeface="Cambria Math" charset="0"/>
                        </a:rPr>
                        <m:t>+</m:t>
                      </m:r>
                      <m:r>
                        <a:rPr lang="en-US" altLang="ko-KR" i="1">
                          <a:latin typeface="Cambria Math" charset="0"/>
                        </a:rPr>
                        <m:t>2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1" name="텍스트 상자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5153004"/>
                <a:ext cx="1290161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3302" r="-3302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텍스트 상자 11"/>
              <p:cNvSpPr txBox="1"/>
              <p:nvPr/>
            </p:nvSpPr>
            <p:spPr>
              <a:xfrm>
                <a:off x="2951544" y="5738211"/>
                <a:ext cx="931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charset="0"/>
                        </a:rPr>
                        <m:t>=−1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2" name="텍스트 상자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544" y="5738211"/>
                <a:ext cx="931089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961" r="-5229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/>
          <p:cNvSpPr/>
          <p:nvPr/>
        </p:nvSpPr>
        <p:spPr>
          <a:xfrm>
            <a:off x="1007604" y="1811474"/>
            <a:ext cx="7128792" cy="1296144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1725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고등학교 때의 기억을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21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ko-KR" altLang="en-US" dirty="0"/>
                  <a:t>아</a:t>
                </a:r>
                <a:r>
                  <a:rPr kumimoji="1" lang="en-US" altLang="ko-KR" dirty="0"/>
                  <a:t>..</a:t>
                </a:r>
                <a:r>
                  <a:rPr kumimoji="1" lang="ko-KR" altLang="en-US" dirty="0"/>
                  <a:t> 그러면 아래 문제라고 별 거 있겠어</a:t>
                </a:r>
                <a:r>
                  <a:rPr kumimoji="1" lang="en-US" altLang="ko-KR" dirty="0"/>
                  <a:t>??</a:t>
                </a:r>
              </a:p>
              <a:p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우선 </a:t>
                </a:r>
                <a:r>
                  <a:rPr kumimoji="1" lang="en-US" altLang="ko-KR" dirty="0"/>
                  <a:t>E</a:t>
                </a:r>
                <a:r>
                  <a:rPr kumimoji="1" lang="ko-KR" altLang="en-US" dirty="0"/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b="1" i="1" smtClean="0">
                            <a:latin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ko-KR" altLang="en-US" dirty="0"/>
                  <a:t>들에 대해서 편미분을 하고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이것을 모두 </a:t>
                </a:r>
                <a:r>
                  <a:rPr kumimoji="1" lang="en-US" altLang="ko-KR" dirty="0"/>
                  <a:t>0</a:t>
                </a:r>
                <a:r>
                  <a:rPr kumimoji="1" lang="ko-KR" altLang="en-US" dirty="0"/>
                  <a:t>으로 만드는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찾으면 되겠네</a:t>
                </a:r>
                <a:r>
                  <a:rPr kumimoji="1" lang="en-US" altLang="ko-KR" dirty="0"/>
                  <a:t>..</a:t>
                </a:r>
                <a:r>
                  <a:rPr kumimoji="1" lang="ko-KR" altLang="en-US" dirty="0"/>
                  <a:t> </a:t>
                </a:r>
                <a:endParaRPr kumimoji="1" lang="en-US" altLang="ko-KR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상자 9"/>
              <p:cNvSpPr txBox="1"/>
              <p:nvPr/>
            </p:nvSpPr>
            <p:spPr>
              <a:xfrm>
                <a:off x="1796735" y="2348880"/>
                <a:ext cx="553036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0" name="텍스트 상자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735" y="2348880"/>
                <a:ext cx="5530360" cy="707886"/>
              </a:xfrm>
              <a:prstGeom prst="rect">
                <a:avLst/>
              </a:prstGeom>
              <a:blipFill rotWithShape="0"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텍스트 상자 12"/>
              <p:cNvSpPr txBox="1"/>
              <p:nvPr/>
            </p:nvSpPr>
            <p:spPr>
              <a:xfrm>
                <a:off x="1259632" y="1772816"/>
                <a:ext cx="6604565" cy="535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2400" dirty="0"/>
                  <a:t>아래 함수를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sz="2400" dirty="0"/>
                  <a:t>를 찾아라</a:t>
                </a:r>
              </a:p>
            </p:txBody>
          </p:sp>
        </mc:Choice>
        <mc:Fallback xmlns="">
          <p:sp>
            <p:nvSpPr>
              <p:cNvPr id="13" name="텍스트 상자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772816"/>
                <a:ext cx="6604565" cy="535531"/>
              </a:xfrm>
              <a:prstGeom prst="rect">
                <a:avLst/>
              </a:prstGeom>
              <a:blipFill rotWithShape="0">
                <a:blip r:embed="rId4"/>
                <a:stretch>
                  <a:fillRect l="-1477" t="-3409" r="-462" b="-17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상자 13"/>
              <p:cNvSpPr txBox="1"/>
              <p:nvPr/>
            </p:nvSpPr>
            <p:spPr>
              <a:xfrm>
                <a:off x="1979712" y="4077072"/>
                <a:ext cx="892039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텍스트 상자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077072"/>
                <a:ext cx="892039" cy="57201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텍스트 상자 16"/>
              <p:cNvSpPr txBox="1"/>
              <p:nvPr/>
            </p:nvSpPr>
            <p:spPr>
              <a:xfrm>
                <a:off x="1974586" y="4789143"/>
                <a:ext cx="897362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7" name="텍스트 상자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586" y="4789143"/>
                <a:ext cx="897362" cy="57201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17"/>
              <p:cNvSpPr txBox="1"/>
              <p:nvPr/>
            </p:nvSpPr>
            <p:spPr>
              <a:xfrm>
                <a:off x="1968109" y="5723836"/>
                <a:ext cx="952568" cy="5734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8" name="텍스트 상자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109" y="5723836"/>
                <a:ext cx="952568" cy="57349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텍스트 상자 7"/>
          <p:cNvSpPr txBox="1"/>
          <p:nvPr/>
        </p:nvSpPr>
        <p:spPr>
          <a:xfrm>
            <a:off x="1979712" y="529191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mr-IN" altLang="ko-KR"/>
              <a:t>…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상자 8"/>
              <p:cNvSpPr txBox="1"/>
              <p:nvPr/>
            </p:nvSpPr>
            <p:spPr>
              <a:xfrm>
                <a:off x="3291068" y="4940564"/>
                <a:ext cx="516936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/>
                  <a:t>를 동시에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찾으면 된다</a:t>
                </a:r>
                <a:r>
                  <a:rPr kumimoji="1" lang="en-US" altLang="ko-KR" dirty="0"/>
                  <a:t>..</a:t>
                </a:r>
              </a:p>
              <a:p>
                <a:endParaRPr kumimoji="1" lang="en-US" altLang="ko-KR" dirty="0"/>
              </a:p>
              <a:p>
                <a:pPr algn="ctr"/>
                <a:r>
                  <a:rPr kumimoji="1" lang="ko-KR" altLang="en-US" dirty="0"/>
                  <a:t>기계학습</a:t>
                </a:r>
                <a:r>
                  <a:rPr kumimoji="1" lang="en-US" altLang="ko-KR" dirty="0"/>
                  <a:t> </a:t>
                </a:r>
                <a:r>
                  <a:rPr kumimoji="1" lang="ko-KR" altLang="en-US" dirty="0"/>
                  <a:t>끝</a:t>
                </a:r>
                <a:r>
                  <a:rPr kumimoji="1" lang="en-US" altLang="ko-KR" dirty="0"/>
                  <a:t>!!</a:t>
                </a:r>
              </a:p>
            </p:txBody>
          </p:sp>
        </mc:Choice>
        <mc:Fallback xmlns="">
          <p:sp>
            <p:nvSpPr>
              <p:cNvPr id="9" name="텍스트 상자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068" y="4940564"/>
                <a:ext cx="5169364" cy="923330"/>
              </a:xfrm>
              <a:prstGeom prst="rect">
                <a:avLst/>
              </a:prstGeom>
              <a:blipFill>
                <a:blip r:embed="rId8"/>
                <a:stretch>
                  <a:fillRect l="-1061" t="-3947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오른쪽 중괄호[R] 20"/>
          <p:cNvSpPr/>
          <p:nvPr/>
        </p:nvSpPr>
        <p:spPr>
          <a:xfrm>
            <a:off x="2915816" y="4361302"/>
            <a:ext cx="360040" cy="1656426"/>
          </a:xfrm>
          <a:prstGeom prst="rightBrace">
            <a:avLst>
              <a:gd name="adj1" fmla="val 63889"/>
              <a:gd name="adj2" fmla="val 456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997518" y="1754442"/>
            <a:ext cx="7128792" cy="1458533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1533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043608" y="2085206"/>
            <a:ext cx="7033592" cy="1343794"/>
          </a:xfrm>
        </p:spPr>
        <p:txBody>
          <a:bodyPr>
            <a:normAutofit/>
          </a:bodyPr>
          <a:lstStyle/>
          <a:p>
            <a:r>
              <a:rPr lang="ko-KR" altLang="en-US" b="1" dirty="0"/>
              <a:t>그럼</a:t>
            </a:r>
            <a:r>
              <a:rPr lang="en-US" altLang="ko-KR" b="1" dirty="0"/>
              <a:t>, </a:t>
            </a:r>
            <a:r>
              <a:rPr lang="ko-KR" altLang="en-US" b="1" dirty="0"/>
              <a:t>한번 해 봅시다</a:t>
            </a:r>
          </a:p>
        </p:txBody>
      </p:sp>
    </p:spTree>
    <p:extLst>
      <p:ext uri="{BB962C8B-B14F-4D97-AF65-F5344CB8AC3E}">
        <p14:creationId xmlns:p14="http://schemas.microsoft.com/office/powerpoint/2010/main" val="1348682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다음 데이터에 가장 부합하는 모델은</a:t>
            </a:r>
            <a:r>
              <a:rPr kumimoji="1" lang="en-US" altLang="ko-KR" dirty="0"/>
              <a:t>?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23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/>
              <p:cNvSpPr/>
              <p:nvPr/>
            </p:nvSpPr>
            <p:spPr>
              <a:xfrm>
                <a:off x="1613468" y="1947073"/>
                <a:ext cx="62181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0.0,</m:t>
                              </m:r>
                              <m:r>
                                <a:rPr lang="ko-KR" altLang="en-US" sz="28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0.0</m:t>
                              </m:r>
                            </m:e>
                          </m:d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1.0,</m:t>
                              </m:r>
                              <m:r>
                                <a:rPr lang="ko-KR" altLang="en-US" sz="28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1.0</m:t>
                              </m:r>
                            </m:e>
                          </m:d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(1.0,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2.0)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직사각형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468" y="1947073"/>
                <a:ext cx="621811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40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24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1:</a:t>
            </a:r>
            <a:r>
              <a:rPr kumimoji="1" lang="ko-KR" altLang="en-US" dirty="0"/>
              <a:t> 여러 종류의 </a:t>
            </a:r>
            <a:r>
              <a:rPr kumimoji="1" lang="en-US" altLang="ko-KR" dirty="0"/>
              <a:t>Approximator</a:t>
            </a:r>
            <a:r>
              <a:rPr kumimoji="1" lang="ko-KR" altLang="en-US" dirty="0"/>
              <a:t> 중에서 하나를 선택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Approximator</a:t>
            </a:r>
            <a:r>
              <a:rPr kumimoji="1" lang="ko-KR" altLang="en-US" dirty="0"/>
              <a:t>로 직선을 선택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7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8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9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2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505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25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7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8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9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2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xmlns="" id="{FB619EB5-98E3-42DA-9847-10106FFC2B12}"/>
                  </a:ext>
                </a:extLst>
              </p:cNvPr>
              <p:cNvSpPr/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B619EB5-98E3-42DA-9847-10106FFC2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007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26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84B16146-69B5-4560-B093-33FBCD522A20}"/>
              </a:ext>
            </a:extLst>
          </p:cNvPr>
          <p:cNvGrpSpPr/>
          <p:nvPr/>
        </p:nvGrpSpPr>
        <p:grpSpPr>
          <a:xfrm>
            <a:off x="612648" y="3851846"/>
            <a:ext cx="2962672" cy="2074690"/>
            <a:chOff x="3016811" y="3203990"/>
            <a:chExt cx="3435486" cy="2385457"/>
          </a:xfrm>
        </p:grpSpPr>
        <p:sp>
          <p:nvSpPr>
            <p:cNvPr id="6" name="Oval 16"/>
            <p:cNvSpPr>
              <a:spLocks noChangeArrowheads="1"/>
            </p:cNvSpPr>
            <p:nvPr/>
          </p:nvSpPr>
          <p:spPr bwMode="auto">
            <a:xfrm>
              <a:off x="3450198" y="5309861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9pPr>
            </a:lstStyle>
            <a:p>
              <a:pPr fontAlgn="t" latinLnBrk="0">
                <a:spcBef>
                  <a:spcPct val="20000"/>
                </a:spcBef>
                <a:buSzPct val="75000"/>
                <a:buFont typeface="Symbol" pitchFamily="18" charset="2"/>
                <a:buChar char="·"/>
              </a:pPr>
              <a:endParaRPr lang="ko-KR" altLang="en-US" sz="1800">
                <a:latin typeface="굴림" pitchFamily="50" charset="-127"/>
              </a:endParaRPr>
            </a:p>
          </p:txBody>
        </p:sp>
        <p:sp>
          <p:nvSpPr>
            <p:cNvPr id="7" name="Oval 17"/>
            <p:cNvSpPr>
              <a:spLocks noChangeArrowheads="1"/>
            </p:cNvSpPr>
            <p:nvPr/>
          </p:nvSpPr>
          <p:spPr bwMode="auto">
            <a:xfrm>
              <a:off x="4553116" y="3388636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9pPr>
            </a:lstStyle>
            <a:p>
              <a:pPr fontAlgn="t" latinLnBrk="0">
                <a:spcBef>
                  <a:spcPct val="20000"/>
                </a:spcBef>
                <a:buSzPct val="75000"/>
                <a:buFont typeface="Symbol" pitchFamily="18" charset="2"/>
                <a:buChar char="·"/>
              </a:pPr>
              <a:endParaRPr lang="ko-KR" altLang="en-US" sz="1800">
                <a:latin typeface="굴림" pitchFamily="50" charset="-127"/>
              </a:endParaRPr>
            </a:p>
          </p:txBody>
        </p:sp>
        <p:sp>
          <p:nvSpPr>
            <p:cNvPr id="8" name="Oval 19"/>
            <p:cNvSpPr>
              <a:spLocks noChangeArrowheads="1"/>
            </p:cNvSpPr>
            <p:nvPr/>
          </p:nvSpPr>
          <p:spPr bwMode="auto">
            <a:xfrm>
              <a:off x="4553116" y="430403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9pPr>
            </a:lstStyle>
            <a:p>
              <a:pPr fontAlgn="t" latinLnBrk="0">
                <a:spcBef>
                  <a:spcPct val="20000"/>
                </a:spcBef>
                <a:buSzPct val="75000"/>
                <a:buFont typeface="Symbol" pitchFamily="18" charset="2"/>
                <a:buChar char="·"/>
              </a:pPr>
              <a:endParaRPr lang="ko-KR" altLang="en-US" sz="1800">
                <a:latin typeface="굴림" pitchFamily="50" charset="-127"/>
              </a:endParaRPr>
            </a:p>
          </p:txBody>
        </p:sp>
        <p:cxnSp>
          <p:nvCxnSpPr>
            <p:cNvPr id="9" name="직선 화살표 연결선 22"/>
            <p:cNvCxnSpPr>
              <a:cxnSpLocks noChangeShapeType="1"/>
            </p:cNvCxnSpPr>
            <p:nvPr/>
          </p:nvCxnSpPr>
          <p:spPr bwMode="auto">
            <a:xfrm>
              <a:off x="3526399" y="5420140"/>
              <a:ext cx="2528775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직선 화살표 연결선 24"/>
            <p:cNvCxnSpPr>
              <a:cxnSpLocks noChangeShapeType="1"/>
            </p:cNvCxnSpPr>
            <p:nvPr/>
          </p:nvCxnSpPr>
          <p:spPr bwMode="auto">
            <a:xfrm flipV="1">
              <a:off x="3526399" y="3203990"/>
              <a:ext cx="0" cy="221615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TextBox 26"/>
            <p:cNvSpPr txBox="1">
              <a:spLocks noChangeArrowheads="1"/>
            </p:cNvSpPr>
            <p:nvPr/>
          </p:nvSpPr>
          <p:spPr bwMode="auto">
            <a:xfrm>
              <a:off x="6131375" y="5220115"/>
              <a:ext cx="3209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800"/>
                <a:t>x</a:t>
              </a:r>
              <a:endParaRPr lang="ko-KR" altLang="en-US" sz="1800"/>
            </a:p>
          </p:txBody>
        </p:sp>
        <p:sp>
          <p:nvSpPr>
            <p:cNvPr id="12" name="TextBox 27"/>
            <p:cNvSpPr txBox="1">
              <a:spLocks noChangeArrowheads="1"/>
            </p:cNvSpPr>
            <p:nvPr/>
          </p:nvSpPr>
          <p:spPr bwMode="auto">
            <a:xfrm>
              <a:off x="3016811" y="3216690"/>
              <a:ext cx="304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Comic Sans MS" pitchFamily="66" charset="0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800"/>
                <a:t>y</a:t>
              </a:r>
              <a:endParaRPr lang="ko-KR" altLang="en-US" sz="1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xmlns="" id="{A701DC23-6E7C-4B9B-B722-98ED319D8AE2}"/>
                  </a:ext>
                </a:extLst>
              </p:cNvPr>
              <p:cNvSpPr/>
              <p:nvPr/>
            </p:nvSpPr>
            <p:spPr>
              <a:xfrm>
                <a:off x="244147" y="3190791"/>
                <a:ext cx="368126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0.0</m:t>
                          </m:r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ko-KR" altLang="en-US" sz="24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0.0</m:t>
                          </m:r>
                        </m:e>
                      </m:d>
                      <m:r>
                        <a:rPr lang="ko-KR" altLang="en-US" sz="2400" b="0" i="1" smtClean="0">
                          <a:latin typeface="Cambria Math" charset="0"/>
                        </a:rPr>
                        <m:t> 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00B0F0"/>
                              </a:solidFill>
                              <a:latin typeface="Cambria Math" charset="0"/>
                            </a:rPr>
                            <m:t>1.0</m:t>
                          </m:r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ko-KR" altLang="en-US" sz="24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rgbClr val="00B0F0"/>
                              </a:solidFill>
                              <a:latin typeface="Cambria Math" charset="0"/>
                            </a:rPr>
                            <m:t>1.0</m:t>
                          </m:r>
                        </m:e>
                      </m:d>
                      <m:r>
                        <a:rPr lang="ko-KR" altLang="en-US" sz="2400" b="0" i="1" smtClean="0">
                          <a:latin typeface="Cambria Math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charset="0"/>
                        </a:rPr>
                        <m:t>(</m:t>
                      </m:r>
                      <m:r>
                        <a:rPr lang="en-US" altLang="ko-KR" sz="2400" b="0" i="1" smtClean="0">
                          <a:solidFill>
                            <a:srgbClr val="FFC000"/>
                          </a:solidFill>
                          <a:latin typeface="Cambria Math" charset="0"/>
                        </a:rPr>
                        <m:t>1.0</m:t>
                      </m:r>
                      <m:r>
                        <a:rPr lang="en-US" altLang="ko-KR" sz="2400" b="0" i="1" smtClean="0">
                          <a:latin typeface="Cambria Math" charset="0"/>
                        </a:rPr>
                        <m:t>,</m:t>
                      </m:r>
                      <m:r>
                        <a:rPr lang="ko-KR" altLang="en-US" sz="2400" b="0" i="1" smtClean="0">
                          <a:latin typeface="Cambria Math" charset="0"/>
                        </a:rPr>
                        <m:t> </m:t>
                      </m:r>
                      <m:r>
                        <a:rPr lang="en-US" altLang="ko-KR" sz="2400" b="0" i="1" smtClean="0">
                          <a:solidFill>
                            <a:srgbClr val="FFC000"/>
                          </a:solidFill>
                          <a:latin typeface="Cambria Math" charset="0"/>
                        </a:rPr>
                        <m:t>2.0</m:t>
                      </m:r>
                      <m:r>
                        <a:rPr lang="en-US" altLang="ko-KR" sz="24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A701DC23-6E7C-4B9B-B722-98ED319D8A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47" y="3190791"/>
                <a:ext cx="3681263" cy="461665"/>
              </a:xfrm>
              <a:prstGeom prst="rect">
                <a:avLst/>
              </a:prstGeom>
              <a:blipFill>
                <a:blip r:embed="rId2"/>
                <a:stretch>
                  <a:fillRect r="-4967" b="-184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C83F1EB7-F598-4EBC-8BFE-04A550963044}"/>
              </a:ext>
            </a:extLst>
          </p:cNvPr>
          <p:cNvGrpSpPr/>
          <p:nvPr/>
        </p:nvGrpSpPr>
        <p:grpSpPr>
          <a:xfrm>
            <a:off x="4703427" y="3190791"/>
            <a:ext cx="3904345" cy="2588495"/>
            <a:chOff x="4703427" y="3190791"/>
            <a:chExt cx="3904345" cy="25884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64DFFA0-F1AA-4F4C-92F6-4BC4866B88E5}"/>
                </a:ext>
              </a:extLst>
            </p:cNvPr>
            <p:cNvSpPr/>
            <p:nvPr/>
          </p:nvSpPr>
          <p:spPr>
            <a:xfrm>
              <a:off x="4703427" y="3190791"/>
              <a:ext cx="3904340" cy="25884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xmlns="" id="{31866484-61DE-4784-AD2F-9F418584B66D}"/>
                    </a:ext>
                  </a:extLst>
                </p:cNvPr>
                <p:cNvSpPr/>
                <p:nvPr/>
              </p:nvSpPr>
              <p:spPr>
                <a:xfrm>
                  <a:off x="5030255" y="3328626"/>
                  <a:ext cx="342613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mr-IN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0.0</m:t>
                            </m:r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8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0.0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31866484-61DE-4784-AD2F-9F418584B6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0255" y="3328626"/>
                  <a:ext cx="342613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xmlns="" id="{B58292F9-330F-41E9-B51E-97504BF7E54A}"/>
                    </a:ext>
                  </a:extLst>
                </p:cNvPr>
                <p:cNvSpPr/>
                <p:nvPr/>
              </p:nvSpPr>
              <p:spPr>
                <a:xfrm>
                  <a:off x="5030255" y="3938117"/>
                  <a:ext cx="331552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mr-IN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1.0</m:t>
                            </m:r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8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2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B58292F9-330F-41E9-B51E-97504BF7E5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0255" y="3938117"/>
                  <a:ext cx="331552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xmlns="" id="{A1E18AC1-5E2E-43EF-B44C-A6F01410D176}"/>
                    </a:ext>
                  </a:extLst>
                </p:cNvPr>
                <p:cNvSpPr/>
                <p:nvPr/>
              </p:nvSpPr>
              <p:spPr>
                <a:xfrm>
                  <a:off x="5016704" y="4502939"/>
                  <a:ext cx="331552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mr-IN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8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1.0</m:t>
                            </m:r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8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2.0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A1E18AC1-5E2E-43EF-B44C-A6F01410D1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6704" y="4502939"/>
                  <a:ext cx="3315523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E5A6B343-F392-478F-9B1B-B41155DB9FE1}"/>
                </a:ext>
              </a:extLst>
            </p:cNvPr>
            <p:cNvSpPr txBox="1"/>
            <p:nvPr/>
          </p:nvSpPr>
          <p:spPr>
            <a:xfrm>
              <a:off x="4768259" y="5195221"/>
              <a:ext cx="383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이렇게</a:t>
              </a:r>
              <a:r>
                <a:rPr lang="en-US" altLang="ko-KR" dirty="0"/>
                <a:t> </a:t>
              </a:r>
              <a:r>
                <a:rPr lang="ko-KR" altLang="en-US" dirty="0"/>
                <a:t>되도록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0</a:t>
              </a:r>
              <a:r>
                <a:rPr lang="en-US" altLang="ko-KR" dirty="0"/>
                <a:t> </a:t>
              </a:r>
              <a:r>
                <a:rPr lang="ko-KR" altLang="en-US" dirty="0"/>
                <a:t>와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1</a:t>
              </a:r>
              <a:r>
                <a:rPr lang="ko-KR" altLang="en-US" dirty="0"/>
                <a:t>을 결정하라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xmlns="" id="{AD34538F-3923-4CC0-9107-5B94FAE9D4F1}"/>
                  </a:ext>
                </a:extLst>
              </p:cNvPr>
              <p:cNvSpPr/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D34538F-3923-4CC0-9107-5B94FAE9D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96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27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553D1173-9759-4BD4-81BC-723A96869B2C}"/>
              </a:ext>
            </a:extLst>
          </p:cNvPr>
          <p:cNvGrpSpPr/>
          <p:nvPr/>
        </p:nvGrpSpPr>
        <p:grpSpPr>
          <a:xfrm>
            <a:off x="251520" y="3162297"/>
            <a:ext cx="3904345" cy="2588495"/>
            <a:chOff x="4703427" y="3190791"/>
            <a:chExt cx="3904345" cy="258849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xmlns="" id="{ED2E53A8-B2DB-4058-8A8D-B4B9982AC268}"/>
                </a:ext>
              </a:extLst>
            </p:cNvPr>
            <p:cNvSpPr/>
            <p:nvPr/>
          </p:nvSpPr>
          <p:spPr>
            <a:xfrm>
              <a:off x="4703427" y="3190791"/>
              <a:ext cx="3904340" cy="25884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xmlns="" id="{1CC856CF-3914-46F0-86B9-C4CB0C737B35}"/>
                    </a:ext>
                  </a:extLst>
                </p:cNvPr>
                <p:cNvSpPr/>
                <p:nvPr/>
              </p:nvSpPr>
              <p:spPr>
                <a:xfrm>
                  <a:off x="5030255" y="3328626"/>
                  <a:ext cx="342613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mr-IN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0.0</m:t>
                            </m:r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8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0.0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1CC856CF-3914-46F0-86B9-C4CB0C737B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0255" y="3328626"/>
                  <a:ext cx="3426131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xmlns="" id="{E5D929E2-A6C5-4828-8628-1F56AE0CE2D3}"/>
                    </a:ext>
                  </a:extLst>
                </p:cNvPr>
                <p:cNvSpPr/>
                <p:nvPr/>
              </p:nvSpPr>
              <p:spPr>
                <a:xfrm>
                  <a:off x="5030255" y="3938117"/>
                  <a:ext cx="331552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mr-IN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1.0</m:t>
                            </m:r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8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2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E5D929E2-A6C5-4828-8628-1F56AE0CE2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0255" y="3938117"/>
                  <a:ext cx="331552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xmlns="" id="{C088A3BE-1D9E-4918-9D86-0C15929852F7}"/>
                    </a:ext>
                  </a:extLst>
                </p:cNvPr>
                <p:cNvSpPr/>
                <p:nvPr/>
              </p:nvSpPr>
              <p:spPr>
                <a:xfrm>
                  <a:off x="5016704" y="4502939"/>
                  <a:ext cx="331552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800" b="0" i="1" smtClean="0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mr-IN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8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1.0</m:t>
                            </m:r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8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2.0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C088A3BE-1D9E-4918-9D86-0C15929852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6704" y="4502939"/>
                  <a:ext cx="331552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1F022B9E-0CC6-4941-AF4F-476C50C42E47}"/>
                </a:ext>
              </a:extLst>
            </p:cNvPr>
            <p:cNvSpPr txBox="1"/>
            <p:nvPr/>
          </p:nvSpPr>
          <p:spPr>
            <a:xfrm>
              <a:off x="4768259" y="5195221"/>
              <a:ext cx="383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이렇게</a:t>
              </a:r>
              <a:r>
                <a:rPr lang="en-US" altLang="ko-KR" dirty="0"/>
                <a:t> </a:t>
              </a:r>
              <a:r>
                <a:rPr lang="ko-KR" altLang="en-US" dirty="0"/>
                <a:t>되도록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0</a:t>
              </a:r>
              <a:r>
                <a:rPr lang="en-US" altLang="ko-KR" dirty="0"/>
                <a:t> </a:t>
              </a:r>
              <a:r>
                <a:rPr lang="ko-KR" altLang="en-US" dirty="0"/>
                <a:t>와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1</a:t>
              </a:r>
              <a:r>
                <a:rPr lang="ko-KR" altLang="en-US" dirty="0"/>
                <a:t>을 결정하라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6A46034A-6613-496A-914C-E110E85B7228}"/>
              </a:ext>
            </a:extLst>
          </p:cNvPr>
          <p:cNvGrpSpPr/>
          <p:nvPr/>
        </p:nvGrpSpPr>
        <p:grpSpPr>
          <a:xfrm>
            <a:off x="4661307" y="3180197"/>
            <a:ext cx="3904340" cy="2588495"/>
            <a:chOff x="4703427" y="3190791"/>
            <a:chExt cx="3904340" cy="258849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xmlns="" id="{3C785A9A-DDF0-4A8C-8B48-448529235BEC}"/>
                </a:ext>
              </a:extLst>
            </p:cNvPr>
            <p:cNvSpPr/>
            <p:nvPr/>
          </p:nvSpPr>
          <p:spPr>
            <a:xfrm>
              <a:off x="4703427" y="3190791"/>
              <a:ext cx="3904340" cy="25884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xmlns="" id="{9571D5EC-FB01-429F-A5E5-9A30ED8E57D4}"/>
                    </a:ext>
                  </a:extLst>
                </p:cNvPr>
                <p:cNvSpPr/>
                <p:nvPr/>
              </p:nvSpPr>
              <p:spPr>
                <a:xfrm>
                  <a:off x="4877201" y="3328626"/>
                  <a:ext cx="36973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800" i="1">
                                    <a:latin typeface="Cambria Math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mr-IN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0.0</m:t>
                                    </m:r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9571D5EC-FB01-429F-A5E5-9A30ED8E57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7201" y="3328626"/>
                  <a:ext cx="369735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xmlns="" id="{EF5BFCEC-F14D-4CC6-885C-F9AB8AA3DBFB}"/>
                    </a:ext>
                  </a:extLst>
                </p:cNvPr>
                <p:cNvSpPr/>
                <p:nvPr/>
              </p:nvSpPr>
              <p:spPr>
                <a:xfrm>
                  <a:off x="4877201" y="3938117"/>
                  <a:ext cx="36973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800" i="1">
                                    <a:latin typeface="Cambria Math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mr-IN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1.0</m:t>
                                    </m:r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EF5BFCEC-F14D-4CC6-885C-F9AB8AA3DB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7201" y="3938117"/>
                  <a:ext cx="3697359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xmlns="" id="{36E27911-17F7-41D5-8940-7540934016C6}"/>
                    </a:ext>
                  </a:extLst>
                </p:cNvPr>
                <p:cNvSpPr/>
                <p:nvPr/>
              </p:nvSpPr>
              <p:spPr>
                <a:xfrm>
                  <a:off x="4902152" y="4502939"/>
                  <a:ext cx="36973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800" i="1">
                                    <a:latin typeface="Cambria Math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mr-IN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1.0</m:t>
                                    </m:r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2.0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36E27911-17F7-41D5-8940-7540934016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52" y="4502939"/>
                  <a:ext cx="369735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E06CDE5B-ACBF-439D-A15A-07672CDCE610}"/>
                </a:ext>
              </a:extLst>
            </p:cNvPr>
            <p:cNvSpPr txBox="1"/>
            <p:nvPr/>
          </p:nvSpPr>
          <p:spPr>
            <a:xfrm>
              <a:off x="5466561" y="5119743"/>
              <a:ext cx="25186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의 합이 최소가</a:t>
              </a:r>
              <a:r>
                <a:rPr lang="en-US" altLang="ko-KR" dirty="0"/>
                <a:t> </a:t>
              </a:r>
              <a:r>
                <a:rPr lang="ko-KR" altLang="en-US" dirty="0"/>
                <a:t>되도록 </a:t>
              </a:r>
              <a:endParaRPr lang="en-US" altLang="ko-KR" dirty="0"/>
            </a:p>
            <a:p>
              <a:r>
                <a:rPr lang="en-US" altLang="ko-KR" dirty="0"/>
                <a:t>w</a:t>
              </a:r>
              <a:r>
                <a:rPr lang="en-US" altLang="ko-KR" baseline="-25000" dirty="0"/>
                <a:t>0</a:t>
              </a:r>
              <a:r>
                <a:rPr lang="en-US" altLang="ko-KR" dirty="0"/>
                <a:t> </a:t>
              </a:r>
              <a:r>
                <a:rPr lang="ko-KR" altLang="en-US" dirty="0"/>
                <a:t>와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1</a:t>
              </a:r>
              <a:r>
                <a:rPr lang="ko-KR" altLang="en-US" dirty="0"/>
                <a:t>을 결정하라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xmlns="" id="{EC35EEAE-575B-456F-91E6-F67FCA65EF5D}"/>
                  </a:ext>
                </a:extLst>
              </p:cNvPr>
              <p:cNvSpPr/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EC35EEAE-575B-456F-91E6-F67FCA65EF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  <a:blipFill>
                <a:blip r:embed="rId8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24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CD317B19-6E9B-43DC-B2A7-7ABA7A725864}"/>
              </a:ext>
            </a:extLst>
          </p:cNvPr>
          <p:cNvSpPr/>
          <p:nvPr/>
        </p:nvSpPr>
        <p:spPr>
          <a:xfrm>
            <a:off x="4357143" y="3162296"/>
            <a:ext cx="4636513" cy="25884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28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481EA3E4-70E5-4D6A-AE17-AF9780200779}"/>
              </a:ext>
            </a:extLst>
          </p:cNvPr>
          <p:cNvGrpSpPr/>
          <p:nvPr/>
        </p:nvGrpSpPr>
        <p:grpSpPr>
          <a:xfrm>
            <a:off x="251515" y="3162297"/>
            <a:ext cx="3904340" cy="2588495"/>
            <a:chOff x="4703427" y="3190791"/>
            <a:chExt cx="3904340" cy="258849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E90E0108-BD42-4E1B-A2FD-407EAA139867}"/>
                </a:ext>
              </a:extLst>
            </p:cNvPr>
            <p:cNvSpPr/>
            <p:nvPr/>
          </p:nvSpPr>
          <p:spPr>
            <a:xfrm>
              <a:off x="4703427" y="3190791"/>
              <a:ext cx="3904340" cy="25884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xmlns="" id="{6566006E-C389-47D9-A0DA-8E1FBABC33E4}"/>
                    </a:ext>
                  </a:extLst>
                </p:cNvPr>
                <p:cNvSpPr/>
                <p:nvPr/>
              </p:nvSpPr>
              <p:spPr>
                <a:xfrm>
                  <a:off x="4877201" y="3328626"/>
                  <a:ext cx="36973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800" i="1">
                                    <a:latin typeface="Cambria Math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mr-IN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0.0</m:t>
                                    </m:r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566006E-C389-47D9-A0DA-8E1FBABC33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7201" y="3328626"/>
                  <a:ext cx="3697359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xmlns="" id="{6043B46C-0EEF-4481-BDD7-74A8D30D1F45}"/>
                    </a:ext>
                  </a:extLst>
                </p:cNvPr>
                <p:cNvSpPr/>
                <p:nvPr/>
              </p:nvSpPr>
              <p:spPr>
                <a:xfrm>
                  <a:off x="4877201" y="3938117"/>
                  <a:ext cx="36973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800" i="1">
                                    <a:latin typeface="Cambria Math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mr-IN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1.0</m:t>
                                    </m:r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6043B46C-0EEF-4481-BDD7-74A8D30D1F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7201" y="3938117"/>
                  <a:ext cx="3697359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xmlns="" id="{E3A9B065-20DA-453C-A382-C1ACA79ED0CB}"/>
                    </a:ext>
                  </a:extLst>
                </p:cNvPr>
                <p:cNvSpPr/>
                <p:nvPr/>
              </p:nvSpPr>
              <p:spPr>
                <a:xfrm>
                  <a:off x="4902152" y="4502939"/>
                  <a:ext cx="36973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800" i="1">
                                    <a:latin typeface="Cambria Math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mr-IN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1.0</m:t>
                                    </m:r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ko-KR" sz="2800" i="1">
                                        <a:latin typeface="Cambria Math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2.0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E3A9B065-20DA-453C-A382-C1ACA79ED0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152" y="4502939"/>
                  <a:ext cx="3697359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7068A7B3-6F3B-481E-8FF8-6977E6E54BB6}"/>
                </a:ext>
              </a:extLst>
            </p:cNvPr>
            <p:cNvSpPr txBox="1"/>
            <p:nvPr/>
          </p:nvSpPr>
          <p:spPr>
            <a:xfrm>
              <a:off x="5466561" y="5119743"/>
              <a:ext cx="25186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의 합이 최소가</a:t>
              </a:r>
              <a:r>
                <a:rPr lang="en-US" altLang="ko-KR" dirty="0"/>
                <a:t> </a:t>
              </a:r>
              <a:r>
                <a:rPr lang="ko-KR" altLang="en-US" dirty="0"/>
                <a:t>되도록 </a:t>
              </a:r>
              <a:endParaRPr lang="en-US" altLang="ko-KR" dirty="0"/>
            </a:p>
            <a:p>
              <a:r>
                <a:rPr lang="en-US" altLang="ko-KR" dirty="0"/>
                <a:t>w</a:t>
              </a:r>
              <a:r>
                <a:rPr lang="en-US" altLang="ko-KR" baseline="-25000" dirty="0"/>
                <a:t>0</a:t>
              </a:r>
              <a:r>
                <a:rPr lang="en-US" altLang="ko-KR" dirty="0"/>
                <a:t> </a:t>
              </a:r>
              <a:r>
                <a:rPr lang="ko-KR" altLang="en-US" dirty="0"/>
                <a:t>와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1</a:t>
              </a:r>
              <a:r>
                <a:rPr lang="ko-KR" altLang="en-US" dirty="0"/>
                <a:t>을 결정하라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텍스트 상자 12">
                <a:extLst>
                  <a:ext uri="{FF2B5EF4-FFF2-40B4-BE49-F238E27FC236}">
                    <a16:creationId xmlns:a16="http://schemas.microsoft.com/office/drawing/2014/main" xmlns="" id="{DA02EFC8-62A1-40D4-AB72-3E7D1258E4E8}"/>
                  </a:ext>
                </a:extLst>
              </p:cNvPr>
              <p:cNvSpPr txBox="1"/>
              <p:nvPr/>
            </p:nvSpPr>
            <p:spPr>
              <a:xfrm>
                <a:off x="4427984" y="3516310"/>
                <a:ext cx="4565673" cy="7866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0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sz="2000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sz="2000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sz="20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000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sz="2000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36" name="텍스트 상자 12">
                <a:extLst>
                  <a:ext uri="{FF2B5EF4-FFF2-40B4-BE49-F238E27FC236}">
                    <a16:creationId xmlns:a16="http://schemas.microsoft.com/office/drawing/2014/main" id="{DA02EFC8-62A1-40D4-AB72-3E7D1258E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3516310"/>
                <a:ext cx="4565673" cy="7866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ED0AF44-3544-4C4D-8F8B-708449F2CA42}"/>
              </a:ext>
            </a:extLst>
          </p:cNvPr>
          <p:cNvSpPr txBox="1"/>
          <p:nvPr/>
        </p:nvSpPr>
        <p:spPr>
          <a:xfrm>
            <a:off x="4661190" y="4787860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를</a:t>
            </a:r>
            <a:r>
              <a:rPr lang="ko-KR" altLang="en-US" dirty="0"/>
              <a:t> 최소가</a:t>
            </a:r>
            <a:r>
              <a:rPr lang="en-US" altLang="ko-KR" dirty="0"/>
              <a:t> </a:t>
            </a:r>
            <a:r>
              <a:rPr lang="ko-KR" altLang="en-US" dirty="0"/>
              <a:t>되도록 </a:t>
            </a:r>
            <a:r>
              <a:rPr lang="en-US" altLang="ko-KR" dirty="0"/>
              <a:t>w</a:t>
            </a:r>
            <a:r>
              <a:rPr lang="en-US" altLang="ko-KR" baseline="-25000" dirty="0"/>
              <a:t>0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w</a:t>
            </a:r>
            <a:r>
              <a:rPr lang="en-US" altLang="ko-KR" baseline="-25000" dirty="0"/>
              <a:t>1</a:t>
            </a:r>
            <a:r>
              <a:rPr lang="ko-KR" altLang="en-US" dirty="0"/>
              <a:t>을 결정하라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xmlns="" id="{D46F5506-1D58-42EC-8C4B-81592FA92B83}"/>
                  </a:ext>
                </a:extLst>
              </p:cNvPr>
              <p:cNvSpPr/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D46F5506-1D58-42EC-8C4B-81592FA92B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29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29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2529344" y="2803101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344" y="2803101"/>
                <a:ext cx="3681264" cy="523220"/>
              </a:xfrm>
              <a:prstGeom prst="rect">
                <a:avLst/>
              </a:prstGeom>
              <a:blipFill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79F2B227-1049-4913-BF1D-A720D2A10D63}"/>
              </a:ext>
            </a:extLst>
          </p:cNvPr>
          <p:cNvGrpSpPr/>
          <p:nvPr/>
        </p:nvGrpSpPr>
        <p:grpSpPr>
          <a:xfrm>
            <a:off x="2051720" y="3544996"/>
            <a:ext cx="4636514" cy="2588495"/>
            <a:chOff x="4357143" y="3162296"/>
            <a:chExt cx="4636514" cy="258849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xmlns="" id="{876EEE70-8C37-4C6C-9B64-74E3FC728A9B}"/>
                </a:ext>
              </a:extLst>
            </p:cNvPr>
            <p:cNvSpPr/>
            <p:nvPr/>
          </p:nvSpPr>
          <p:spPr>
            <a:xfrm>
              <a:off x="4357143" y="3162296"/>
              <a:ext cx="4636513" cy="25884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텍스트 상자 12">
                  <a:extLst>
                    <a:ext uri="{FF2B5EF4-FFF2-40B4-BE49-F238E27FC236}">
                      <a16:creationId xmlns:a16="http://schemas.microsoft.com/office/drawing/2014/main" xmlns="" id="{E37C9EA6-44B6-476B-9B12-CE4E7B8A1578}"/>
                    </a:ext>
                  </a:extLst>
                </p:cNvPr>
                <p:cNvSpPr txBox="1"/>
                <p:nvPr/>
              </p:nvSpPr>
              <p:spPr>
                <a:xfrm>
                  <a:off x="4427984" y="3516310"/>
                  <a:ext cx="4565673" cy="7866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000" b="0" i="1" smtClean="0">
                            <a:latin typeface="Cambria Math" charset="0"/>
                          </a:rPr>
                          <m:t>𝐸</m:t>
                        </m:r>
                        <m:d>
                          <m:dPr>
                            <m:ctrlPr>
                              <a:rPr kumimoji="1" lang="mr-IN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0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ko-KR" sz="2000" b="0" i="1" smtClean="0">
                            <a:latin typeface="Cambria Math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ko-KR" sz="2000" b="0" i="1" smtClean="0">
                                <a:latin typeface="Cambria Math" charset="0"/>
                              </a:rPr>
                              <m:t>(</m:t>
                            </m:r>
                            <m:r>
                              <m:rPr>
                                <m:brk m:alnAt="7"/>
                              </m:rPr>
                              <a:rPr kumimoji="1" lang="en-US" altLang="ko-KR" sz="2000" b="1" i="0" smtClean="0">
                                <a:latin typeface="Cambria Math" charset="0"/>
                              </a:rPr>
                              <m:t>𝐱</m:t>
                            </m:r>
                            <m:r>
                              <m:rPr>
                                <m:brk m:alnAt="7"/>
                              </m:rPr>
                              <a:rPr kumimoji="1" lang="en-US" altLang="ko-KR" sz="2000" b="0" i="1" smtClean="0">
                                <a:latin typeface="Cambria Math" charset="0"/>
                              </a:rPr>
                              <m:t>,</m:t>
                            </m:r>
                            <m:r>
                              <a:rPr kumimoji="1" lang="en-US" altLang="ko-KR" sz="2000" b="0" i="1" smtClean="0">
                                <a:latin typeface="Cambria Math" charset="0"/>
                              </a:rPr>
                              <m:t>𝑦</m:t>
                            </m:r>
                            <m:r>
                              <a:rPr kumimoji="1" lang="en-US" altLang="ko-KR" sz="2000" b="0" i="1" smtClean="0">
                                <a:latin typeface="Cambria Math" charset="0"/>
                              </a:rPr>
                              <m:t>)∈</m:t>
                            </m:r>
                            <m:r>
                              <a:rPr kumimoji="1"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𝐷𝑎𝑡𝑎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mr-IN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ko-KR" sz="2000" i="1">
                                        <a:latin typeface="Cambria Math" charset="0"/>
                                      </a:rPr>
                                      <m:t>𝑦</m:t>
                                    </m:r>
                                    <m:r>
                                      <a:rPr kumimoji="1" lang="en-US" altLang="ko-KR" sz="2000" i="1">
                                        <a:latin typeface="Cambria Math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ko-KR" sz="2000" i="1">
                                        <a:latin typeface="Cambria Math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mr-IN" altLang="ko-KR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ko-KR" sz="2000" b="1">
                                            <a:latin typeface="Cambria Math" charset="0"/>
                                          </a:rPr>
                                          <m:t>𝐱</m:t>
                                        </m:r>
                                        <m:r>
                                          <a:rPr kumimoji="1" lang="en-US" altLang="ko-KR" sz="2000" b="1">
                                            <a:latin typeface="Cambria Math" charset="0"/>
                                          </a:rPr>
                                          <m:t>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atin typeface="Cambria Math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atin typeface="Cambria Math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2000" i="1">
                                            <a:latin typeface="Cambria Math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atin typeface="Cambria Math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atin typeface="Cambria Math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kumimoji="1" lang="ko-KR" altLang="en-US" sz="2000" dirty="0"/>
                </a:p>
              </p:txBody>
            </p:sp>
          </mc:Choice>
          <mc:Fallback xmlns="">
            <p:sp>
              <p:nvSpPr>
                <p:cNvPr id="22" name="텍스트 상자 12">
                  <a:extLst>
                    <a:ext uri="{FF2B5EF4-FFF2-40B4-BE49-F238E27FC236}">
                      <a16:creationId xmlns:a16="http://schemas.microsoft.com/office/drawing/2014/main" id="{E37C9EA6-44B6-476B-9B12-CE4E7B8A1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7984" y="3516310"/>
                  <a:ext cx="4565673" cy="78662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33BE0CE0-1ED7-48F2-8405-716179C99920}"/>
                </a:ext>
              </a:extLst>
            </p:cNvPr>
            <p:cNvSpPr txBox="1"/>
            <p:nvPr/>
          </p:nvSpPr>
          <p:spPr>
            <a:xfrm>
              <a:off x="4661190" y="4787860"/>
              <a:ext cx="40575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를</a:t>
              </a:r>
              <a:r>
                <a:rPr lang="ko-KR" altLang="en-US" dirty="0"/>
                <a:t> 최소가</a:t>
              </a:r>
              <a:r>
                <a:rPr lang="en-US" altLang="ko-KR" dirty="0"/>
                <a:t> </a:t>
              </a:r>
              <a:r>
                <a:rPr lang="ko-KR" altLang="en-US" dirty="0"/>
                <a:t>되도록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0</a:t>
              </a:r>
              <a:r>
                <a:rPr lang="en-US" altLang="ko-KR" dirty="0"/>
                <a:t> </a:t>
              </a:r>
              <a:r>
                <a:rPr lang="ko-KR" altLang="en-US" dirty="0"/>
                <a:t>와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1</a:t>
              </a:r>
              <a:r>
                <a:rPr lang="ko-KR" altLang="en-US" dirty="0"/>
                <a:t>을 결정하라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xmlns="" id="{18D46619-8694-4E6D-B511-D3FA470DDAD4}"/>
                  </a:ext>
                </a:extLst>
              </p:cNvPr>
              <p:cNvSpPr/>
              <p:nvPr/>
            </p:nvSpPr>
            <p:spPr>
              <a:xfrm>
                <a:off x="1462944" y="2229690"/>
                <a:ext cx="62181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0.0,</m:t>
                              </m:r>
                              <m:r>
                                <a:rPr lang="ko-KR" altLang="en-US" sz="28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0.0</m:t>
                              </m:r>
                            </m:e>
                          </m:d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1.0,</m:t>
                              </m:r>
                              <m:r>
                                <a:rPr lang="ko-KR" altLang="en-US" sz="28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1.0</m:t>
                              </m:r>
                            </m:e>
                          </m:d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(1.0,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2.0)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8D46619-8694-4E6D-B511-D3FA470DDA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944" y="2229690"/>
                <a:ext cx="62181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766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30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B548A711-9C81-467D-83B5-F5C03C649412}"/>
              </a:ext>
            </a:extLst>
          </p:cNvPr>
          <p:cNvGrpSpPr/>
          <p:nvPr/>
        </p:nvGrpSpPr>
        <p:grpSpPr>
          <a:xfrm>
            <a:off x="1943708" y="2132856"/>
            <a:ext cx="5256584" cy="1468838"/>
            <a:chOff x="1043608" y="1960163"/>
            <a:chExt cx="5256584" cy="146883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xmlns="" id="{876EEE70-8C37-4C6C-9B64-74E3FC728A9B}"/>
                </a:ext>
              </a:extLst>
            </p:cNvPr>
            <p:cNvSpPr/>
            <p:nvPr/>
          </p:nvSpPr>
          <p:spPr>
            <a:xfrm>
              <a:off x="1043608" y="1960163"/>
              <a:ext cx="5256584" cy="14688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텍스트 상자 12">
                  <a:extLst>
                    <a:ext uri="{FF2B5EF4-FFF2-40B4-BE49-F238E27FC236}">
                      <a16:creationId xmlns:a16="http://schemas.microsoft.com/office/drawing/2014/main" xmlns="" id="{E37C9EA6-44B6-476B-9B12-CE4E7B8A1578}"/>
                    </a:ext>
                  </a:extLst>
                </p:cNvPr>
                <p:cNvSpPr txBox="1"/>
                <p:nvPr/>
              </p:nvSpPr>
              <p:spPr>
                <a:xfrm>
                  <a:off x="1389063" y="2066577"/>
                  <a:ext cx="4565673" cy="7866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2000" b="0" i="1" smtClean="0">
                            <a:latin typeface="Cambria Math" charset="0"/>
                          </a:rPr>
                          <m:t>𝐸</m:t>
                        </m:r>
                        <m:d>
                          <m:dPr>
                            <m:ctrlPr>
                              <a:rPr kumimoji="1" lang="mr-IN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2000" i="1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ko-KR" sz="2000" b="0" i="1" smtClean="0">
                            <a:latin typeface="Cambria Math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ko-KR" sz="2000" b="0" i="1" smtClean="0">
                                <a:latin typeface="Cambria Math" charset="0"/>
                              </a:rPr>
                              <m:t>(</m:t>
                            </m:r>
                            <m:r>
                              <m:rPr>
                                <m:brk m:alnAt="7"/>
                              </m:rPr>
                              <a:rPr kumimoji="1" lang="en-US" altLang="ko-KR" sz="2000" b="1" i="0" smtClean="0">
                                <a:latin typeface="Cambria Math" charset="0"/>
                              </a:rPr>
                              <m:t>𝐱</m:t>
                            </m:r>
                            <m:r>
                              <m:rPr>
                                <m:brk m:alnAt="7"/>
                              </m:rPr>
                              <a:rPr kumimoji="1" lang="en-US" altLang="ko-KR" sz="2000" b="0" i="1" smtClean="0">
                                <a:latin typeface="Cambria Math" charset="0"/>
                              </a:rPr>
                              <m:t>,</m:t>
                            </m:r>
                            <m:r>
                              <a:rPr kumimoji="1" lang="en-US" altLang="ko-KR" sz="2000" b="0" i="1" smtClean="0">
                                <a:latin typeface="Cambria Math" charset="0"/>
                              </a:rPr>
                              <m:t>𝑦</m:t>
                            </m:r>
                            <m:r>
                              <a:rPr kumimoji="1" lang="en-US" altLang="ko-KR" sz="2000" b="0" i="1" smtClean="0">
                                <a:latin typeface="Cambria Math" charset="0"/>
                              </a:rPr>
                              <m:t>)∈</m:t>
                            </m:r>
                            <m:r>
                              <a:rPr kumimoji="1" lang="en-US" altLang="ko-KR" sz="20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𝐷𝑎𝑡𝑎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mr-IN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ko-KR" sz="2000" i="1">
                                        <a:latin typeface="Cambria Math" charset="0"/>
                                      </a:rPr>
                                      <m:t>𝑦</m:t>
                                    </m:r>
                                    <m:r>
                                      <a:rPr kumimoji="1" lang="en-US" altLang="ko-KR" sz="2000" i="1">
                                        <a:latin typeface="Cambria Math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ko-KR" sz="2000" i="1">
                                        <a:latin typeface="Cambria Math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mr-IN" altLang="ko-KR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ko-KR" sz="2000" b="1">
                                            <a:latin typeface="Cambria Math" charset="0"/>
                                          </a:rPr>
                                          <m:t>𝐱</m:t>
                                        </m:r>
                                        <m:r>
                                          <a:rPr kumimoji="1" lang="en-US" altLang="ko-KR" sz="2000" b="1">
                                            <a:latin typeface="Cambria Math" charset="0"/>
                                          </a:rPr>
                                          <m:t>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atin typeface="Cambria Math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atin typeface="Cambria Math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2000" i="1">
                                            <a:latin typeface="Cambria Math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atin typeface="Cambria Math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atin typeface="Cambria Math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kumimoji="1" lang="ko-KR" altLang="en-US" sz="2000" dirty="0"/>
                </a:p>
              </p:txBody>
            </p:sp>
          </mc:Choice>
          <mc:Fallback xmlns="">
            <p:sp>
              <p:nvSpPr>
                <p:cNvPr id="22" name="텍스트 상자 12">
                  <a:extLst>
                    <a:ext uri="{FF2B5EF4-FFF2-40B4-BE49-F238E27FC236}">
                      <a16:creationId xmlns:a16="http://schemas.microsoft.com/office/drawing/2014/main" id="{E37C9EA6-44B6-476B-9B12-CE4E7B8A1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063" y="2066577"/>
                  <a:ext cx="4565673" cy="78662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F36AA708-7393-4A31-9808-55FA1A946B7F}"/>
                </a:ext>
              </a:extLst>
            </p:cNvPr>
            <p:cNvSpPr/>
            <p:nvPr/>
          </p:nvSpPr>
          <p:spPr>
            <a:xfrm>
              <a:off x="1603248" y="2956436"/>
              <a:ext cx="40575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 err="1"/>
                <a:t>를</a:t>
              </a:r>
              <a:r>
                <a:rPr lang="ko-KR" altLang="en-US" dirty="0"/>
                <a:t> 최소가</a:t>
              </a:r>
              <a:r>
                <a:rPr lang="en-US" altLang="ko-KR" dirty="0"/>
                <a:t> </a:t>
              </a:r>
              <a:r>
                <a:rPr lang="ko-KR" altLang="en-US" dirty="0"/>
                <a:t>되도록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0</a:t>
              </a:r>
              <a:r>
                <a:rPr lang="en-US" altLang="ko-KR" dirty="0"/>
                <a:t> </a:t>
              </a:r>
              <a:r>
                <a:rPr lang="ko-KR" altLang="en-US" dirty="0"/>
                <a:t>와 </a:t>
              </a:r>
              <a:r>
                <a:rPr lang="en-US" altLang="ko-KR" dirty="0"/>
                <a:t>w</a:t>
              </a:r>
              <a:r>
                <a:rPr lang="en-US" altLang="ko-KR" baseline="-25000" dirty="0"/>
                <a:t>1</a:t>
              </a:r>
              <a:r>
                <a:rPr lang="ko-KR" altLang="en-US" dirty="0"/>
                <a:t>을 결정하라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xmlns="" id="{5120A7AE-845F-4495-BB3D-7A8EA246D2CE}"/>
                  </a:ext>
                </a:extLst>
              </p:cNvPr>
              <p:cNvSpPr/>
              <p:nvPr/>
            </p:nvSpPr>
            <p:spPr>
              <a:xfrm>
                <a:off x="5622847" y="3971085"/>
                <a:ext cx="26845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120A7AE-845F-4495-BB3D-7A8EA246D2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847" y="3971085"/>
                <a:ext cx="2684517" cy="400110"/>
              </a:xfrm>
              <a:prstGeom prst="rect">
                <a:avLst/>
              </a:prstGeom>
              <a:blipFill>
                <a:blip r:embed="rId3"/>
                <a:stretch>
                  <a:fillRect l="-907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xmlns="" id="{3FA26BB3-50BA-41AF-8B83-27FFEB25946E}"/>
                  </a:ext>
                </a:extLst>
              </p:cNvPr>
              <p:cNvSpPr/>
              <p:nvPr/>
            </p:nvSpPr>
            <p:spPr>
              <a:xfrm>
                <a:off x="755576" y="3971085"/>
                <a:ext cx="45043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0.0,</m:t>
                              </m:r>
                              <m:r>
                                <a:rPr lang="ko-KR" altLang="en-US" sz="20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0.0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1.0,</m:t>
                              </m:r>
                              <m:r>
                                <a:rPr lang="ko-KR" altLang="en-US" sz="20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1.0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000" i="1">
                              <a:latin typeface="Cambria Math" charset="0"/>
                            </a:rPr>
                            <m:t>(1.0,</m:t>
                          </m:r>
                          <m:r>
                            <a:rPr lang="ko-KR" altLang="en-US" sz="20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000" i="1">
                              <a:latin typeface="Cambria Math" charset="0"/>
                            </a:rPr>
                            <m:t>2.0)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3FA26BB3-50BA-41AF-8B83-27FFEB2594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971085"/>
                <a:ext cx="4504310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상자 13">
                <a:extLst>
                  <a:ext uri="{FF2B5EF4-FFF2-40B4-BE49-F238E27FC236}">
                    <a16:creationId xmlns:a16="http://schemas.microsoft.com/office/drawing/2014/main" xmlns="" id="{01A71A58-D491-4C43-B7EA-FA11C77C0B03}"/>
                  </a:ext>
                </a:extLst>
              </p:cNvPr>
              <p:cNvSpPr txBox="1"/>
              <p:nvPr/>
            </p:nvSpPr>
            <p:spPr>
              <a:xfrm>
                <a:off x="1099511" y="4791471"/>
                <a:ext cx="6425798" cy="7346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𝟎</m:t>
                                  </m:r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.</m:t>
                                  </m:r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𝟎</m:t>
                                  </m:r>
                                  <m:r>
                                    <a:rPr kumimoji="1" lang="en-US" altLang="ko-KR" b="1">
                                      <a:latin typeface="Cambria Math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𝟏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𝟏</m:t>
                                  </m:r>
                                  <m:r>
                                    <a:rPr kumimoji="1" lang="en-US" altLang="ko-KR" b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.</m:t>
                                  </m:r>
                                  <m:r>
                                    <a:rPr kumimoji="1" lang="en-US" altLang="ko-KR" b="1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𝟎</m:t>
                                  </m:r>
                                  <m:r>
                                    <a:rPr kumimoji="1" lang="en-US" altLang="ko-KR" b="1">
                                      <a:latin typeface="Cambria Math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i="1" dirty="0">
                  <a:latin typeface="Cambria Math" charset="0"/>
                </a:endParaRPr>
              </a:p>
              <a:p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r>
                      <a:rPr kumimoji="1" lang="ko-KR" altLang="en-US" b="0" i="1" smtClean="0">
                        <a:latin typeface="Cambria Math" charset="0"/>
                      </a:rPr>
                      <m:t>                        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charset="0"/>
                          </a:rPr>
                          <m:t>+</m:t>
                        </m:r>
                        <m:d>
                          <m:dPr>
                            <m:ctrlPr>
                              <a:rPr kumimoji="1" lang="mr-IN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1" i="1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𝟐</m:t>
                            </m:r>
                            <m:r>
                              <a:rPr kumimoji="1" lang="en-US" altLang="ko-KR" b="1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.</m:t>
                            </m:r>
                            <m:r>
                              <a:rPr kumimoji="1" lang="en-US" altLang="ko-KR" b="1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𝟎</m:t>
                            </m:r>
                            <m:r>
                              <a:rPr kumimoji="1" lang="en-US" altLang="ko-KR" i="1">
                                <a:latin typeface="Cambria Math" charset="0"/>
                              </a:rPr>
                              <m:t>−</m:t>
                            </m:r>
                            <m:r>
                              <a:rPr kumimoji="1" lang="en-US" altLang="ko-KR" i="1">
                                <a:latin typeface="Cambria Math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mr-IN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1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𝟏</m:t>
                                </m:r>
                                <m:r>
                                  <a:rPr kumimoji="1" lang="en-US" altLang="ko-KR" b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.</m:t>
                                </m:r>
                                <m:r>
                                  <a:rPr kumimoji="1" lang="en-US" altLang="ko-KR" b="1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𝟎</m:t>
                                </m:r>
                                <m:r>
                                  <a:rPr kumimoji="1" lang="en-US" altLang="ko-KR" b="1">
                                    <a:latin typeface="Cambria Math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" name="텍스트 상자 13">
                <a:extLst>
                  <a:ext uri="{FF2B5EF4-FFF2-40B4-BE49-F238E27FC236}">
                    <a16:creationId xmlns:a16="http://schemas.microsoft.com/office/drawing/2014/main" id="{01A71A58-D491-4C43-B7EA-FA11C77C0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11" y="4791471"/>
                <a:ext cx="6425798" cy="734688"/>
              </a:xfrm>
              <a:prstGeom prst="rect">
                <a:avLst/>
              </a:prstGeom>
              <a:blipFill>
                <a:blip r:embed="rId5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16">
                <a:extLst>
                  <a:ext uri="{FF2B5EF4-FFF2-40B4-BE49-F238E27FC236}">
                    <a16:creationId xmlns:a16="http://schemas.microsoft.com/office/drawing/2014/main" xmlns="" id="{2C3FE155-C268-4069-8D3A-6B08CC5F3A21}"/>
                  </a:ext>
                </a:extLst>
              </p:cNvPr>
              <p:cNvSpPr txBox="1"/>
              <p:nvPr/>
            </p:nvSpPr>
            <p:spPr>
              <a:xfrm>
                <a:off x="1124127" y="5702228"/>
                <a:ext cx="6944978" cy="36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𝟏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𝟐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8" name="텍스트 상자 16">
                <a:extLst>
                  <a:ext uri="{FF2B5EF4-FFF2-40B4-BE49-F238E27FC236}">
                    <a16:creationId xmlns:a16="http://schemas.microsoft.com/office/drawing/2014/main" id="{2C3FE155-C268-4069-8D3A-6B08CC5F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127" y="5702228"/>
                <a:ext cx="6944978" cy="367345"/>
              </a:xfrm>
              <a:prstGeom prst="rect">
                <a:avLst/>
              </a:prstGeom>
              <a:blipFill>
                <a:blip r:embed="rId6"/>
                <a:stretch>
                  <a:fillRect l="-175" b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373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A94E61EB-9817-442A-B17E-85DF2DC54353}"/>
              </a:ext>
            </a:extLst>
          </p:cNvPr>
          <p:cNvSpPr/>
          <p:nvPr/>
        </p:nvSpPr>
        <p:spPr>
          <a:xfrm>
            <a:off x="3347863" y="4358490"/>
            <a:ext cx="2376265" cy="10147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31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876EEE70-8C37-4C6C-9B64-74E3FC728A9B}"/>
              </a:ext>
            </a:extLst>
          </p:cNvPr>
          <p:cNvSpPr/>
          <p:nvPr/>
        </p:nvSpPr>
        <p:spPr>
          <a:xfrm>
            <a:off x="1099511" y="2132856"/>
            <a:ext cx="7288913" cy="1468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36AA708-7393-4A31-9808-55FA1A946B7F}"/>
              </a:ext>
            </a:extLst>
          </p:cNvPr>
          <p:cNvSpPr/>
          <p:nvPr/>
        </p:nvSpPr>
        <p:spPr>
          <a:xfrm>
            <a:off x="2503348" y="3129129"/>
            <a:ext cx="4057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를</a:t>
            </a:r>
            <a:r>
              <a:rPr lang="ko-KR" altLang="en-US" dirty="0"/>
              <a:t> 최소가</a:t>
            </a:r>
            <a:r>
              <a:rPr lang="en-US" altLang="ko-KR" dirty="0"/>
              <a:t> </a:t>
            </a:r>
            <a:r>
              <a:rPr lang="ko-KR" altLang="en-US" dirty="0"/>
              <a:t>되도록 </a:t>
            </a:r>
            <a:r>
              <a:rPr lang="en-US" altLang="ko-KR" dirty="0"/>
              <a:t>w</a:t>
            </a:r>
            <a:r>
              <a:rPr lang="en-US" altLang="ko-KR" baseline="-25000" dirty="0"/>
              <a:t>0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w</a:t>
            </a:r>
            <a:r>
              <a:rPr lang="en-US" altLang="ko-KR" baseline="-25000" dirty="0"/>
              <a:t>1</a:t>
            </a:r>
            <a:r>
              <a:rPr lang="ko-KR" altLang="en-US" dirty="0"/>
              <a:t>을 결정하라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텍스트 상자 17">
                <a:extLst>
                  <a:ext uri="{FF2B5EF4-FFF2-40B4-BE49-F238E27FC236}">
                    <a16:creationId xmlns:a16="http://schemas.microsoft.com/office/drawing/2014/main" xmlns="" id="{122277DB-CA65-44CB-8771-ACA69B5571FF}"/>
                  </a:ext>
                </a:extLst>
              </p:cNvPr>
              <p:cNvSpPr txBox="1"/>
              <p:nvPr/>
            </p:nvSpPr>
            <p:spPr>
              <a:xfrm>
                <a:off x="1251030" y="2398166"/>
                <a:ext cx="7045647" cy="3939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4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2400" i="1">
                          <a:latin typeface="Cambria Math" charset="0"/>
                        </a:rPr>
                        <m:t>−6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i="1">
                          <a:latin typeface="Cambria Math" charset="0"/>
                        </a:rPr>
                        <m:t>−6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i="1">
                          <a:latin typeface="Cambria Math" charset="0"/>
                        </a:rPr>
                        <m:t>+4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2400" i="1"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6" name="텍스트 상자 17">
                <a:extLst>
                  <a:ext uri="{FF2B5EF4-FFF2-40B4-BE49-F238E27FC236}">
                    <a16:creationId xmlns:a16="http://schemas.microsoft.com/office/drawing/2014/main" id="{122277DB-CA65-44CB-8771-ACA69B55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030" y="2398166"/>
                <a:ext cx="7045647" cy="3939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텍스트 상자 23">
                <a:extLst>
                  <a:ext uri="{FF2B5EF4-FFF2-40B4-BE49-F238E27FC236}">
                    <a16:creationId xmlns:a16="http://schemas.microsoft.com/office/drawing/2014/main" xmlns="" id="{703EF7D1-C50E-48A3-9328-B605870A1EA2}"/>
                  </a:ext>
                </a:extLst>
              </p:cNvPr>
              <p:cNvSpPr txBox="1"/>
              <p:nvPr/>
            </p:nvSpPr>
            <p:spPr>
              <a:xfrm>
                <a:off x="507311" y="4200957"/>
                <a:ext cx="2239074" cy="573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b="0" i="1" smtClean="0">
                          <a:latin typeface="Cambria Math" charset="0"/>
                        </a:rPr>
                        <m:t>=4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charset="0"/>
                        </a:rPr>
                        <m:t>−6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9" name="텍스트 상자 23">
                <a:extLst>
                  <a:ext uri="{FF2B5EF4-FFF2-40B4-BE49-F238E27FC236}">
                    <a16:creationId xmlns:a16="http://schemas.microsoft.com/office/drawing/2014/main" id="{703EF7D1-C50E-48A3-9328-B605870A1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11" y="4200957"/>
                <a:ext cx="2239074" cy="573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텍스트 상자 25">
                <a:extLst>
                  <a:ext uri="{FF2B5EF4-FFF2-40B4-BE49-F238E27FC236}">
                    <a16:creationId xmlns:a16="http://schemas.microsoft.com/office/drawing/2014/main" xmlns="" id="{277C60C9-E129-4D48-AF36-88865F85724B}"/>
                  </a:ext>
                </a:extLst>
              </p:cNvPr>
              <p:cNvSpPr txBox="1"/>
              <p:nvPr/>
            </p:nvSpPr>
            <p:spPr>
              <a:xfrm>
                <a:off x="507311" y="4949842"/>
                <a:ext cx="2228431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b="0" i="1" smtClean="0">
                          <a:latin typeface="Cambria Math" charset="0"/>
                        </a:rPr>
                        <m:t>=4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6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−6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0" name="텍스트 상자 25">
                <a:extLst>
                  <a:ext uri="{FF2B5EF4-FFF2-40B4-BE49-F238E27FC236}">
                    <a16:creationId xmlns:a16="http://schemas.microsoft.com/office/drawing/2014/main" id="{277C60C9-E129-4D48-AF36-88865F857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11" y="4949842"/>
                <a:ext cx="2228431" cy="572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텍스트 상자 23">
                <a:extLst>
                  <a:ext uri="{FF2B5EF4-FFF2-40B4-BE49-F238E27FC236}">
                    <a16:creationId xmlns:a16="http://schemas.microsoft.com/office/drawing/2014/main" xmlns="" id="{1BC1B446-5A5B-4D69-A872-DAC88394ABA2}"/>
                  </a:ext>
                </a:extLst>
              </p:cNvPr>
              <p:cNvSpPr txBox="1"/>
              <p:nvPr/>
            </p:nvSpPr>
            <p:spPr>
              <a:xfrm>
                <a:off x="3569210" y="4460600"/>
                <a:ext cx="19636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charset="0"/>
                        </a:rPr>
                        <m:t>−6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1" name="텍스트 상자 23">
                <a:extLst>
                  <a:ext uri="{FF2B5EF4-FFF2-40B4-BE49-F238E27FC236}">
                    <a16:creationId xmlns:a16="http://schemas.microsoft.com/office/drawing/2014/main" id="{1BC1B446-5A5B-4D69-A872-DAC88394A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210" y="4460600"/>
                <a:ext cx="1963679" cy="276999"/>
              </a:xfrm>
              <a:prstGeom prst="rect">
                <a:avLst/>
              </a:prstGeom>
              <a:blipFill>
                <a:blip r:embed="rId5"/>
                <a:stretch>
                  <a:fillRect l="-2174" r="-1863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텍스트 상자 25">
                <a:extLst>
                  <a:ext uri="{FF2B5EF4-FFF2-40B4-BE49-F238E27FC236}">
                    <a16:creationId xmlns:a16="http://schemas.microsoft.com/office/drawing/2014/main" xmlns="" id="{76293B0E-FEF1-48A9-9937-CD8AA97D7DC9}"/>
                  </a:ext>
                </a:extLst>
              </p:cNvPr>
              <p:cNvSpPr txBox="1"/>
              <p:nvPr/>
            </p:nvSpPr>
            <p:spPr>
              <a:xfrm>
                <a:off x="3563888" y="4936989"/>
                <a:ext cx="19690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4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6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−6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3" name="텍스트 상자 25">
                <a:extLst>
                  <a:ext uri="{FF2B5EF4-FFF2-40B4-BE49-F238E27FC236}">
                    <a16:creationId xmlns:a16="http://schemas.microsoft.com/office/drawing/2014/main" id="{76293B0E-FEF1-48A9-9937-CD8AA97D7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936989"/>
                <a:ext cx="1969001" cy="276999"/>
              </a:xfrm>
              <a:prstGeom prst="rect">
                <a:avLst/>
              </a:prstGeom>
              <a:blipFill>
                <a:blip r:embed="rId6"/>
                <a:stretch>
                  <a:fillRect l="-2167" r="-1858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F4E073F0-8836-4738-BBC6-6295077CA059}"/>
              </a:ext>
            </a:extLst>
          </p:cNvPr>
          <p:cNvSpPr/>
          <p:nvPr/>
        </p:nvSpPr>
        <p:spPr>
          <a:xfrm>
            <a:off x="3436322" y="5475326"/>
            <a:ext cx="2287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의 해가 바로 우리가 </a:t>
            </a:r>
            <a:endParaRPr lang="en-US" altLang="ko-KR" dirty="0"/>
          </a:p>
          <a:p>
            <a:r>
              <a:rPr lang="ko-KR" altLang="en-US" dirty="0"/>
              <a:t>찾는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텍스트 상자 23">
                <a:extLst>
                  <a:ext uri="{FF2B5EF4-FFF2-40B4-BE49-F238E27FC236}">
                    <a16:creationId xmlns:a16="http://schemas.microsoft.com/office/drawing/2014/main" xmlns="" id="{56AE18A4-D256-4417-BF9F-C196BCF28DF3}"/>
                  </a:ext>
                </a:extLst>
              </p:cNvPr>
              <p:cNvSpPr txBox="1"/>
              <p:nvPr/>
            </p:nvSpPr>
            <p:spPr>
              <a:xfrm>
                <a:off x="6550998" y="4496326"/>
                <a:ext cx="939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6" name="텍스트 상자 23">
                <a:extLst>
                  <a:ext uri="{FF2B5EF4-FFF2-40B4-BE49-F238E27FC236}">
                    <a16:creationId xmlns:a16="http://schemas.microsoft.com/office/drawing/2014/main" id="{56AE18A4-D256-4417-BF9F-C196BCF28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998" y="4496326"/>
                <a:ext cx="939616" cy="276999"/>
              </a:xfrm>
              <a:prstGeom prst="rect">
                <a:avLst/>
              </a:prstGeom>
              <a:blipFill>
                <a:blip r:embed="rId7"/>
                <a:stretch>
                  <a:fillRect l="-2597" r="-5195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텍스트 상자 25">
                <a:extLst>
                  <a:ext uri="{FF2B5EF4-FFF2-40B4-BE49-F238E27FC236}">
                    <a16:creationId xmlns:a16="http://schemas.microsoft.com/office/drawing/2014/main" xmlns="" id="{847B54EB-5CE4-49D3-BF24-496E03C4A578}"/>
                  </a:ext>
                </a:extLst>
              </p:cNvPr>
              <p:cNvSpPr txBox="1"/>
              <p:nvPr/>
            </p:nvSpPr>
            <p:spPr>
              <a:xfrm>
                <a:off x="6545676" y="4972715"/>
                <a:ext cx="9342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7" name="텍스트 상자 25">
                <a:extLst>
                  <a:ext uri="{FF2B5EF4-FFF2-40B4-BE49-F238E27FC236}">
                    <a16:creationId xmlns:a16="http://schemas.microsoft.com/office/drawing/2014/main" id="{847B54EB-5CE4-49D3-BF24-496E03C4A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676" y="4972715"/>
                <a:ext cx="934295" cy="276999"/>
              </a:xfrm>
              <a:prstGeom prst="rect">
                <a:avLst/>
              </a:prstGeom>
              <a:blipFill>
                <a:blip r:embed="rId8"/>
                <a:stretch>
                  <a:fillRect l="-3268" r="-5229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609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32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주어진 데이터에 가장 부합하는 직선은 바로</a:t>
            </a:r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3450198" y="2083878"/>
                <a:ext cx="267348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r>
                      <a:rPr lang="en-US" altLang="ko-KR" sz="2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</a:rPr>
                      <m:t>.5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+0.0</m:t>
                    </m:r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198" y="2083878"/>
                <a:ext cx="2673489" cy="523220"/>
              </a:xfrm>
              <a:prstGeom prst="rect">
                <a:avLst/>
              </a:prstGeom>
              <a:blipFill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7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8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9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2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xmlns="" id="{5E486E6B-D620-4366-AF58-26E387BA246E}"/>
              </a:ext>
            </a:extLst>
          </p:cNvPr>
          <p:cNvCxnSpPr>
            <a:cxnSpLocks/>
          </p:cNvCxnSpPr>
          <p:nvPr/>
        </p:nvCxnSpPr>
        <p:spPr>
          <a:xfrm flipV="1">
            <a:off x="3156634" y="2852936"/>
            <a:ext cx="2279462" cy="3053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739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BD61236-671D-45DE-B43E-548A566A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B0D94CF6-9E6B-4205-A579-63959700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33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58FFCFC-17CB-4250-BA7C-CB11FD5A3A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주어진 데이터에 가장 부합하는 모델을 찾아라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기본 모델로 </a:t>
            </a:r>
            <a:r>
              <a:rPr kumimoji="1" lang="en-US" altLang="ko-KR" dirty="0"/>
              <a:t>2</a:t>
            </a:r>
            <a:r>
              <a:rPr kumimoji="1" lang="ko-KR" altLang="en-US" dirty="0"/>
              <a:t>차 함수를 사용하자</a:t>
            </a:r>
            <a:endParaRPr kumimoji="1" lang="en-US" altLang="ko-KR" dirty="0"/>
          </a:p>
          <a:p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r>
              <a:rPr kumimoji="1" lang="en-US" altLang="ko-KR" dirty="0"/>
              <a:t>w</a:t>
            </a:r>
            <a:r>
              <a:rPr kumimoji="1" lang="en-US" altLang="ko-KR" baseline="-25000" dirty="0"/>
              <a:t>0</a:t>
            </a:r>
            <a:r>
              <a:rPr kumimoji="1" lang="en-US" altLang="ko-KR" dirty="0"/>
              <a:t>, w</a:t>
            </a:r>
            <a:r>
              <a:rPr kumimoji="1" lang="en-US" altLang="ko-KR" baseline="-25000" dirty="0"/>
              <a:t>1</a:t>
            </a:r>
            <a:r>
              <a:rPr kumimoji="1" lang="en-US" altLang="ko-KR" dirty="0"/>
              <a:t>, w</a:t>
            </a:r>
            <a:r>
              <a:rPr kumimoji="1" lang="en-US" altLang="ko-KR" baseline="-25000" dirty="0"/>
              <a:t>2</a:t>
            </a:r>
            <a:r>
              <a:rPr kumimoji="1" lang="ko-KR" altLang="en-US" dirty="0"/>
              <a:t>를 결정하라</a:t>
            </a:r>
            <a:endParaRPr kumimoji="1" lang="en-US" altLang="ko-KR" dirty="0"/>
          </a:p>
          <a:p>
            <a:endParaRPr kumimoji="1" lang="en-US" altLang="ko-KR" dirty="0"/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xmlns="" id="{035A02B0-BB6A-44D9-8968-5BB1BF24CFBA}"/>
                  </a:ext>
                </a:extLst>
              </p:cNvPr>
              <p:cNvSpPr/>
              <p:nvPr/>
            </p:nvSpPr>
            <p:spPr>
              <a:xfrm>
                <a:off x="1797791" y="4797152"/>
                <a:ext cx="58074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35A02B0-BB6A-44D9-8968-5BB1BF24C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791" y="4797152"/>
                <a:ext cx="580748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2D55F004-AC0D-4487-9821-5BF0E5E02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813" y="1772816"/>
            <a:ext cx="4349442" cy="2272797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xmlns="" id="{CEEEE6E5-800B-494A-9F36-58820B433051}"/>
              </a:ext>
            </a:extLst>
          </p:cNvPr>
          <p:cNvSpPr/>
          <p:nvPr/>
        </p:nvSpPr>
        <p:spPr>
          <a:xfrm>
            <a:off x="5004048" y="3068960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xmlns="" id="{88BC68F0-EEEE-43A1-AE75-4E3AF5C30BB0}"/>
                  </a:ext>
                </a:extLst>
              </p:cNvPr>
              <p:cNvSpPr/>
              <p:nvPr/>
            </p:nvSpPr>
            <p:spPr>
              <a:xfrm>
                <a:off x="6732240" y="1747163"/>
                <a:ext cx="1136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(2.0, 1.0)</m:t>
                      </m:r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8BC68F0-EEEE-43A1-AE75-4E3AF5C30B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1747163"/>
                <a:ext cx="1136850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590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연습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34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우리가 풀어야할 문제는</a:t>
            </a:r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텍스트 상자 12">
                <a:extLst>
                  <a:ext uri="{FF2B5EF4-FFF2-40B4-BE49-F238E27FC236}">
                    <a16:creationId xmlns:a16="http://schemas.microsoft.com/office/drawing/2014/main" xmlns="" id="{E37C9EA6-44B6-476B-9B12-CE4E7B8A1578}"/>
                  </a:ext>
                </a:extLst>
              </p:cNvPr>
              <p:cNvSpPr txBox="1"/>
              <p:nvPr/>
            </p:nvSpPr>
            <p:spPr>
              <a:xfrm>
                <a:off x="1834135" y="4230832"/>
                <a:ext cx="5475730" cy="943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4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sz="2400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sz="2400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400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sz="2400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0" i="1" smtClean="0">
                                              <a:latin typeface="Cambria Math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sz="24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0" i="1" smtClean="0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22" name="텍스트 상자 12">
                <a:extLst>
                  <a:ext uri="{FF2B5EF4-FFF2-40B4-BE49-F238E27FC236}">
                    <a16:creationId xmlns:a16="http://schemas.microsoft.com/office/drawing/2014/main" id="{E37C9EA6-44B6-476B-9B12-CE4E7B8A1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135" y="4230832"/>
                <a:ext cx="5475730" cy="943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33BE0CE0-1ED7-48F2-8405-716179C99920}"/>
              </a:ext>
            </a:extLst>
          </p:cNvPr>
          <p:cNvSpPr txBox="1"/>
          <p:nvPr/>
        </p:nvSpPr>
        <p:spPr>
          <a:xfrm>
            <a:off x="1192292" y="3372532"/>
            <a:ext cx="6888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일 때 아래 함수가 최소가</a:t>
            </a:r>
            <a:r>
              <a:rPr lang="en-US" altLang="ko-KR" sz="2000" dirty="0"/>
              <a:t> </a:t>
            </a:r>
            <a:r>
              <a:rPr lang="ko-KR" altLang="en-US" sz="2000" dirty="0"/>
              <a:t>되도록 하는 </a:t>
            </a:r>
            <a:r>
              <a:rPr lang="en-US" altLang="ko-KR" sz="2000" dirty="0"/>
              <a:t>w</a:t>
            </a:r>
            <a:r>
              <a:rPr lang="en-US" altLang="ko-KR" sz="2000" baseline="-25000" dirty="0"/>
              <a:t>0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w</a:t>
            </a:r>
            <a:r>
              <a:rPr lang="en-US" altLang="ko-KR" sz="2000" baseline="-25000" dirty="0"/>
              <a:t>1</a:t>
            </a:r>
            <a:r>
              <a:rPr lang="en-US" altLang="ko-KR" sz="2000" dirty="0"/>
              <a:t>, w</a:t>
            </a:r>
            <a:r>
              <a:rPr lang="en-US" altLang="ko-KR" sz="2000" baseline="-25000" dirty="0"/>
              <a:t>2</a:t>
            </a:r>
            <a:r>
              <a:rPr lang="ko-KR" altLang="en-US" sz="2000" dirty="0"/>
              <a:t>를 결정하라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xmlns="" id="{18D46619-8694-4E6D-B511-D3FA470DDAD4}"/>
                  </a:ext>
                </a:extLst>
              </p:cNvPr>
              <p:cNvSpPr/>
              <p:nvPr/>
            </p:nvSpPr>
            <p:spPr>
              <a:xfrm>
                <a:off x="1527448" y="1919198"/>
                <a:ext cx="62181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0.0,</m:t>
                              </m:r>
                              <m:r>
                                <a:rPr lang="ko-KR" altLang="en-US" sz="28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0.0</m:t>
                              </m:r>
                            </m:e>
                          </m:d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1.0,</m:t>
                              </m:r>
                              <m:r>
                                <a:rPr lang="ko-KR" altLang="en-US" sz="28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1.0</m:t>
                              </m:r>
                            </m:e>
                          </m:d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(1.0,</m:t>
                          </m:r>
                          <m:r>
                            <a:rPr lang="ko-KR" altLang="en-US" sz="28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i="1">
                              <a:latin typeface="Cambria Math" charset="0"/>
                            </a:rPr>
                            <m:t>2.0)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8D46619-8694-4E6D-B511-D3FA470DDA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448" y="1919198"/>
                <a:ext cx="621811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xmlns="" id="{981311F3-98CE-4796-B6BA-F00934B4CFD2}"/>
                  </a:ext>
                </a:extLst>
              </p:cNvPr>
              <p:cNvSpPr/>
              <p:nvPr/>
            </p:nvSpPr>
            <p:spPr>
              <a:xfrm>
                <a:off x="1628331" y="2450118"/>
                <a:ext cx="58074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81311F3-98CE-4796-B6BA-F00934B4C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331" y="2450118"/>
                <a:ext cx="580748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7994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Learning </a:t>
            </a:r>
            <a:r>
              <a:rPr kumimoji="1" lang="ko-KR" altLang="en-US" dirty="0"/>
              <a:t>이란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35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아래의 문제를 해결하는 것이다</a:t>
            </a:r>
            <a:r>
              <a:rPr kumimoji="1" lang="en-US" altLang="ko-KR" dirty="0"/>
              <a:t>.</a:t>
            </a:r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텍스트 상자 12">
                <a:extLst>
                  <a:ext uri="{FF2B5EF4-FFF2-40B4-BE49-F238E27FC236}">
                    <a16:creationId xmlns:a16="http://schemas.microsoft.com/office/drawing/2014/main" xmlns="" id="{E37C9EA6-44B6-476B-9B12-CE4E7B8A1578}"/>
                  </a:ext>
                </a:extLst>
              </p:cNvPr>
              <p:cNvSpPr txBox="1"/>
              <p:nvPr/>
            </p:nvSpPr>
            <p:spPr>
              <a:xfrm>
                <a:off x="2418333" y="4168821"/>
                <a:ext cx="4307333" cy="943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sz="2400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sz="2400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sz="2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sz="2400" i="1" smtClean="0">
                                      <a:solidFill>
                                        <a:srgbClr val="00B0F0"/>
                                      </a:solidFill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sz="240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400" b="1">
                                          <a:solidFill>
                                            <a:srgbClr val="00B0F0"/>
                                          </a:solidFill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sz="2400" b="1">
                                          <a:solidFill>
                                            <a:srgbClr val="00B0F0"/>
                                          </a:solidFill>
                                          <a:latin typeface="Cambria Math" charset="0"/>
                                        </a:rPr>
                                        <m:t>;</m:t>
                                      </m:r>
                                      <m:r>
                                        <a:rPr lang="en-US" altLang="ko-KR" sz="2400" b="1" i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22" name="텍스트 상자 12">
                <a:extLst>
                  <a:ext uri="{FF2B5EF4-FFF2-40B4-BE49-F238E27FC236}">
                    <a16:creationId xmlns:a16="http://schemas.microsoft.com/office/drawing/2014/main" id="{E37C9EA6-44B6-476B-9B12-CE4E7B8A1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333" y="4168821"/>
                <a:ext cx="4307333" cy="943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33BE0CE0-1ED7-48F2-8405-716179C99920}"/>
              </a:ext>
            </a:extLst>
          </p:cNvPr>
          <p:cNvSpPr txBox="1"/>
          <p:nvPr/>
        </p:nvSpPr>
        <p:spPr>
          <a:xfrm>
            <a:off x="803893" y="3483453"/>
            <a:ext cx="7875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에 대하여 아래 함수가 최소가</a:t>
            </a:r>
            <a:r>
              <a:rPr lang="en-US" altLang="ko-KR" sz="2400" dirty="0"/>
              <a:t> </a:t>
            </a:r>
            <a:r>
              <a:rPr lang="ko-KR" altLang="en-US" sz="2400" dirty="0"/>
              <a:t>되도록 하는 </a:t>
            </a:r>
            <a:r>
              <a:rPr lang="en-US" altLang="ko-KR" sz="2400" b="1" dirty="0"/>
              <a:t>w</a:t>
            </a:r>
            <a:r>
              <a:rPr lang="ko-KR" altLang="en-US" sz="2400" dirty="0"/>
              <a:t>를 결정하라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xmlns="" id="{18D46619-8694-4E6D-B511-D3FA470DDAD4}"/>
                  </a:ext>
                </a:extLst>
              </p:cNvPr>
              <p:cNvSpPr/>
              <p:nvPr/>
            </p:nvSpPr>
            <p:spPr>
              <a:xfrm>
                <a:off x="769908" y="2000068"/>
                <a:ext cx="6205225" cy="4685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주어</m:t>
                      </m:r>
                      <m:r>
                        <a:rPr lang="ko-KR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진</m:t>
                      </m:r>
                      <m:r>
                        <a:rPr lang="en-US" altLang="ko-K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ko-KR" sz="24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400" i="1"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ko-KR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400" i="1">
                              <a:latin typeface="Cambria Math" charset="0"/>
                            </a:rPr>
                            <m:t> </m:t>
                          </m:r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4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8D46619-8694-4E6D-B511-D3FA470DDA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08" y="2000068"/>
                <a:ext cx="6205225" cy="46859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xmlns="" id="{981311F3-98CE-4796-B6BA-F00934B4CFD2}"/>
                  </a:ext>
                </a:extLst>
              </p:cNvPr>
              <p:cNvSpPr/>
              <p:nvPr/>
            </p:nvSpPr>
            <p:spPr>
              <a:xfrm>
                <a:off x="3969095" y="2672230"/>
                <a:ext cx="14295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1" i="0" smtClean="0">
                              <a:solidFill>
                                <a:srgbClr val="00B0F0"/>
                              </a:solidFill>
                              <a:latin typeface="Cambria Math" charset="0"/>
                            </a:rPr>
                            <m:t>𝐱</m:t>
                          </m:r>
                          <m:r>
                            <a:rPr lang="en-US" altLang="ko-KR" sz="2800" b="0" i="1" smtClean="0">
                              <a:solidFill>
                                <a:srgbClr val="00B0F0"/>
                              </a:solidFill>
                              <a:latin typeface="Cambria Math" charset="0"/>
                            </a:rPr>
                            <m:t>;</m:t>
                          </m:r>
                          <m:r>
                            <a:rPr lang="en-US" altLang="ko-KR" sz="2800" b="1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lang="ko-KR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81311F3-98CE-4796-B6BA-F00934B4C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095" y="2672230"/>
                <a:ext cx="142955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E39A11D-FE04-4D04-A72D-A42A149F0F0B}"/>
              </a:ext>
            </a:extLst>
          </p:cNvPr>
          <p:cNvSpPr txBox="1"/>
          <p:nvPr/>
        </p:nvSpPr>
        <p:spPr>
          <a:xfrm>
            <a:off x="803893" y="2767720"/>
            <a:ext cx="3124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00B0F0"/>
                </a:solidFill>
              </a:rPr>
              <a:t>여러분이 선택한 모델</a:t>
            </a:r>
          </a:p>
        </p:txBody>
      </p:sp>
    </p:spTree>
    <p:extLst>
      <p:ext uri="{BB962C8B-B14F-4D97-AF65-F5344CB8AC3E}">
        <p14:creationId xmlns:p14="http://schemas.microsoft.com/office/powerpoint/2010/main" val="3011346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043608" y="2085206"/>
            <a:ext cx="7033592" cy="1343794"/>
          </a:xfrm>
        </p:spPr>
        <p:txBody>
          <a:bodyPr>
            <a:normAutofit/>
          </a:bodyPr>
          <a:lstStyle/>
          <a:p>
            <a:r>
              <a:rPr lang="en-US" altLang="ko-KR" b="1" dirty="0"/>
              <a:t>Learning with</a:t>
            </a:r>
            <a:br>
              <a:rPr lang="en-US" altLang="ko-KR" b="1" dirty="0"/>
            </a:br>
            <a:r>
              <a:rPr lang="en-US" altLang="ko-KR" b="1" dirty="0"/>
              <a:t>Gradient Descent Method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29413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997518" y="1754442"/>
            <a:ext cx="7128792" cy="1458533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고등학교 때의 기억을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37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ko-KR" altLang="en-US" dirty="0"/>
                  <a:t>아</a:t>
                </a:r>
                <a:r>
                  <a:rPr kumimoji="1" lang="en-US" altLang="ko-KR" dirty="0"/>
                  <a:t>..</a:t>
                </a:r>
                <a:r>
                  <a:rPr kumimoji="1" lang="ko-KR" altLang="en-US" dirty="0"/>
                  <a:t> 그러면 아래 문제라고 별 거 있겠어</a:t>
                </a:r>
                <a:r>
                  <a:rPr kumimoji="1" lang="en-US" altLang="ko-KR" dirty="0"/>
                  <a:t>??</a:t>
                </a:r>
              </a:p>
              <a:p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우선 </a:t>
                </a:r>
                <a:r>
                  <a:rPr kumimoji="1" lang="en-US" altLang="ko-KR" dirty="0"/>
                  <a:t>E</a:t>
                </a:r>
                <a:r>
                  <a:rPr kumimoji="1" lang="ko-KR" altLang="en-US" dirty="0"/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b="1" i="1" smtClean="0">
                            <a:latin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ko-KR" altLang="en-US" dirty="0"/>
                  <a:t>들에 대해서 편미분을 하고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이것을 모두 </a:t>
                </a:r>
                <a:r>
                  <a:rPr kumimoji="1" lang="en-US" altLang="ko-KR" dirty="0"/>
                  <a:t>0</a:t>
                </a:r>
                <a:r>
                  <a:rPr kumimoji="1" lang="ko-KR" altLang="en-US" dirty="0"/>
                  <a:t>으로 만드는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찾으면 되겠네</a:t>
                </a:r>
                <a:r>
                  <a:rPr kumimoji="1" lang="en-US" altLang="ko-KR" dirty="0"/>
                  <a:t>..</a:t>
                </a:r>
                <a:r>
                  <a:rPr kumimoji="1" lang="ko-KR" altLang="en-US" dirty="0"/>
                  <a:t> </a:t>
                </a:r>
                <a:endParaRPr kumimoji="1" lang="en-US" altLang="ko-KR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상자 9"/>
              <p:cNvSpPr txBox="1"/>
              <p:nvPr/>
            </p:nvSpPr>
            <p:spPr>
              <a:xfrm>
                <a:off x="1796735" y="2348880"/>
                <a:ext cx="553036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0" name="텍스트 상자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735" y="2348880"/>
                <a:ext cx="5530360" cy="707886"/>
              </a:xfrm>
              <a:prstGeom prst="rect">
                <a:avLst/>
              </a:prstGeom>
              <a:blipFill rotWithShape="0">
                <a:blip r:embed="rId3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텍스트 상자 12"/>
              <p:cNvSpPr txBox="1"/>
              <p:nvPr/>
            </p:nvSpPr>
            <p:spPr>
              <a:xfrm>
                <a:off x="1259632" y="1772816"/>
                <a:ext cx="6604565" cy="535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2400" dirty="0"/>
                  <a:t>아래 함수를 최소화하는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sz="2400" dirty="0"/>
                  <a:t>를 찾아라</a:t>
                </a:r>
              </a:p>
            </p:txBody>
          </p:sp>
        </mc:Choice>
        <mc:Fallback xmlns="">
          <p:sp>
            <p:nvSpPr>
              <p:cNvPr id="13" name="텍스트 상자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772816"/>
                <a:ext cx="6604565" cy="535531"/>
              </a:xfrm>
              <a:prstGeom prst="rect">
                <a:avLst/>
              </a:prstGeom>
              <a:blipFill rotWithShape="0">
                <a:blip r:embed="rId4"/>
                <a:stretch>
                  <a:fillRect l="-1477" t="-3409" r="-462" b="-170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상자 13"/>
              <p:cNvSpPr txBox="1"/>
              <p:nvPr/>
            </p:nvSpPr>
            <p:spPr>
              <a:xfrm>
                <a:off x="1979712" y="4077072"/>
                <a:ext cx="892039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텍스트 상자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077072"/>
                <a:ext cx="892039" cy="57201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텍스트 상자 16"/>
              <p:cNvSpPr txBox="1"/>
              <p:nvPr/>
            </p:nvSpPr>
            <p:spPr>
              <a:xfrm>
                <a:off x="1974586" y="4789143"/>
                <a:ext cx="897362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7" name="텍스트 상자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586" y="4789143"/>
                <a:ext cx="897362" cy="57201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17"/>
              <p:cNvSpPr txBox="1"/>
              <p:nvPr/>
            </p:nvSpPr>
            <p:spPr>
              <a:xfrm>
                <a:off x="1968109" y="5723836"/>
                <a:ext cx="952568" cy="5734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8" name="텍스트 상자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109" y="5723836"/>
                <a:ext cx="952568" cy="57349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텍스트 상자 7"/>
          <p:cNvSpPr txBox="1"/>
          <p:nvPr/>
        </p:nvSpPr>
        <p:spPr>
          <a:xfrm>
            <a:off x="1979712" y="529191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mr-IN" altLang="ko-KR"/>
              <a:t>…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상자 8"/>
              <p:cNvSpPr txBox="1"/>
              <p:nvPr/>
            </p:nvSpPr>
            <p:spPr>
              <a:xfrm>
                <a:off x="3291068" y="4940564"/>
                <a:ext cx="516936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/>
                  <a:t>를 동시에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찾으면 된다</a:t>
                </a:r>
                <a:r>
                  <a:rPr kumimoji="1" lang="en-US" altLang="ko-KR" dirty="0"/>
                  <a:t>..</a:t>
                </a:r>
              </a:p>
              <a:p>
                <a:endParaRPr kumimoji="1" lang="en-US" altLang="ko-KR" dirty="0"/>
              </a:p>
              <a:p>
                <a:pPr algn="ctr"/>
                <a:r>
                  <a:rPr kumimoji="1" lang="ko-KR" altLang="en-US" dirty="0"/>
                  <a:t>아</a:t>
                </a:r>
                <a:r>
                  <a:rPr kumimoji="1" lang="en-US" altLang="ko-KR" dirty="0"/>
                  <a:t>..</a:t>
                </a:r>
                <a:r>
                  <a:rPr kumimoji="1" lang="ko-KR" altLang="en-US" dirty="0"/>
                  <a:t> 쉽다</a:t>
                </a:r>
                <a:r>
                  <a:rPr kumimoji="1" lang="en-US" altLang="ko-KR" dirty="0"/>
                  <a:t>??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9" name="텍스트 상자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068" y="4940564"/>
                <a:ext cx="5169364" cy="923330"/>
              </a:xfrm>
              <a:prstGeom prst="rect">
                <a:avLst/>
              </a:prstGeom>
              <a:blipFill rotWithShape="0">
                <a:blip r:embed="rId8"/>
                <a:stretch>
                  <a:fillRect l="-1061" t="-3947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오른쪽 중괄호[R] 20"/>
          <p:cNvSpPr/>
          <p:nvPr/>
        </p:nvSpPr>
        <p:spPr>
          <a:xfrm>
            <a:off x="2915816" y="4361302"/>
            <a:ext cx="360040" cy="1656426"/>
          </a:xfrm>
          <a:prstGeom prst="rightBrace">
            <a:avLst>
              <a:gd name="adj1" fmla="val 63889"/>
              <a:gd name="adj2" fmla="val 456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3599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고등학교 때의 기억을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38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그런데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좀 심란하다</a:t>
            </a:r>
            <a:r>
              <a:rPr kumimoji="1" lang="en-US" altLang="ko-KR" dirty="0"/>
              <a:t>..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pPr lvl="1"/>
            <a:r>
              <a:rPr kumimoji="1" lang="ko-KR" altLang="en-US" dirty="0"/>
              <a:t>답은 항상 존재하나</a:t>
            </a:r>
            <a:r>
              <a:rPr kumimoji="1" lang="en-US" altLang="ko-KR" dirty="0"/>
              <a:t>?</a:t>
            </a:r>
          </a:p>
          <a:p>
            <a:pPr lvl="2"/>
            <a:r>
              <a:rPr kumimoji="1" lang="ko-KR" altLang="en-US" dirty="0"/>
              <a:t>존재하지 않으면 어떻게 하지</a:t>
            </a:r>
            <a:r>
              <a:rPr kumimoji="1" lang="en-US" altLang="ko-KR" dirty="0"/>
              <a:t>?</a:t>
            </a:r>
          </a:p>
          <a:p>
            <a:pPr lvl="1"/>
            <a:r>
              <a:rPr kumimoji="1" lang="ko-KR" altLang="en-US" dirty="0"/>
              <a:t>내가 어떤 모델을 선택해도 항상 풀 수 있나</a:t>
            </a:r>
            <a:r>
              <a:rPr kumimoji="1" lang="en-US" altLang="ko-KR" dirty="0"/>
              <a:t>?</a:t>
            </a:r>
          </a:p>
          <a:p>
            <a:pPr lvl="2"/>
            <a:r>
              <a:rPr kumimoji="1" lang="ko-KR" altLang="en-US" dirty="0"/>
              <a:t>풀 수 없으면 어떻게 하지</a:t>
            </a:r>
            <a:r>
              <a:rPr kumimoji="1" lang="en-US" altLang="ko-KR" dirty="0"/>
              <a:t>?</a:t>
            </a:r>
          </a:p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상자 4"/>
              <p:cNvSpPr txBox="1"/>
              <p:nvPr/>
            </p:nvSpPr>
            <p:spPr>
              <a:xfrm>
                <a:off x="2987824" y="2794096"/>
                <a:ext cx="45922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/>
                  <a:t>를 동시에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찾아라</a:t>
                </a:r>
                <a:r>
                  <a:rPr kumimoji="1" lang="en-US" altLang="ko-KR" dirty="0"/>
                  <a:t>.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5" name="텍스트 상자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2794096"/>
                <a:ext cx="459228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062" t="-9836" r="-398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오른쪽 중괄호[R] 5"/>
          <p:cNvSpPr/>
          <p:nvPr/>
        </p:nvSpPr>
        <p:spPr>
          <a:xfrm>
            <a:off x="2627784" y="2214834"/>
            <a:ext cx="360040" cy="1656426"/>
          </a:xfrm>
          <a:prstGeom prst="rightBrace">
            <a:avLst>
              <a:gd name="adj1" fmla="val 63889"/>
              <a:gd name="adj2" fmla="val 456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텍스트 상자 6"/>
              <p:cNvSpPr txBox="1"/>
              <p:nvPr/>
            </p:nvSpPr>
            <p:spPr>
              <a:xfrm>
                <a:off x="1686819" y="1928826"/>
                <a:ext cx="892039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7" name="텍스트 상자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819" y="1928826"/>
                <a:ext cx="892039" cy="5720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텍스트 상자 7"/>
              <p:cNvSpPr txBox="1"/>
              <p:nvPr/>
            </p:nvSpPr>
            <p:spPr>
              <a:xfrm>
                <a:off x="1681693" y="2640897"/>
                <a:ext cx="897362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8" name="텍스트 상자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693" y="2640897"/>
                <a:ext cx="897362" cy="57201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상자 8"/>
              <p:cNvSpPr txBox="1"/>
              <p:nvPr/>
            </p:nvSpPr>
            <p:spPr>
              <a:xfrm>
                <a:off x="1675216" y="3575590"/>
                <a:ext cx="952568" cy="5734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9" name="텍스트 상자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216" y="3575590"/>
                <a:ext cx="952568" cy="57349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텍스트 상자 9"/>
          <p:cNvSpPr txBox="1"/>
          <p:nvPr/>
        </p:nvSpPr>
        <p:spPr>
          <a:xfrm>
            <a:off x="1686819" y="31448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mr-IN" altLang="ko-KR"/>
              <a:t>…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144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고등학교 때의 기억을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39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그런데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좀 심란하다</a:t>
            </a:r>
            <a:r>
              <a:rPr kumimoji="1" lang="en-US" altLang="ko-KR" dirty="0"/>
              <a:t>..</a:t>
            </a:r>
          </a:p>
          <a:p>
            <a:pPr lvl="1"/>
            <a:r>
              <a:rPr kumimoji="1" lang="ko-KR" altLang="en-US" dirty="0"/>
              <a:t>이런 문제에 답은 항상 존재하나</a:t>
            </a:r>
            <a:r>
              <a:rPr kumimoji="1" lang="en-US" altLang="ko-KR" dirty="0"/>
              <a:t>?</a:t>
            </a:r>
          </a:p>
          <a:p>
            <a:pPr lvl="2"/>
            <a:r>
              <a:rPr kumimoji="1" lang="ko-KR" altLang="en-US" dirty="0"/>
              <a:t>네</a:t>
            </a:r>
            <a:r>
              <a:rPr kumimoji="1" lang="en-US" altLang="ko-KR" dirty="0"/>
              <a:t>.. </a:t>
            </a:r>
            <a:r>
              <a:rPr kumimoji="1" lang="ko-KR" altLang="en-US" dirty="0"/>
              <a:t>문제가 아래처럼 제곱의 형태이기 때문에</a:t>
            </a:r>
            <a:r>
              <a:rPr kumimoji="1" lang="en-US" altLang="ko-KR" dirty="0"/>
              <a:t>..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pPr lvl="1"/>
            <a:r>
              <a:rPr kumimoji="1" lang="ko-KR" altLang="en-US" dirty="0"/>
              <a:t>내가 어떤 모델을 선택해도 항상 풀 수 있나</a:t>
            </a:r>
            <a:r>
              <a:rPr kumimoji="1" lang="en-US" altLang="ko-KR" dirty="0"/>
              <a:t>?</a:t>
            </a:r>
          </a:p>
          <a:p>
            <a:pPr lvl="2"/>
            <a:r>
              <a:rPr kumimoji="1" lang="ko-KR" altLang="en-US" dirty="0"/>
              <a:t>해결하지 못 할 수도 있습니다</a:t>
            </a:r>
            <a:endParaRPr kumimoji="1" lang="en-US" altLang="ko-KR" dirty="0"/>
          </a:p>
          <a:p>
            <a:pPr lvl="2"/>
            <a:endParaRPr kumimoji="1" lang="ko-KR" altLang="en-US" dirty="0"/>
          </a:p>
          <a:p>
            <a:pPr lvl="1"/>
            <a:r>
              <a:rPr kumimoji="1" lang="ko-KR" altLang="en-US" dirty="0"/>
              <a:t>풀 수 없으면 어떻게 하지</a:t>
            </a:r>
            <a:r>
              <a:rPr kumimoji="1" lang="en-US" altLang="ko-KR" dirty="0"/>
              <a:t>?</a:t>
            </a:r>
          </a:p>
          <a:p>
            <a:pPr lvl="2"/>
            <a:r>
              <a:rPr kumimoji="1" lang="ko-KR" altLang="en-US" dirty="0"/>
              <a:t>답을 구하는 다른 방법을 인간은 알고 있지 않습니다 ㅠㅠ</a:t>
            </a:r>
          </a:p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상자 4"/>
              <p:cNvSpPr txBox="1"/>
              <p:nvPr/>
            </p:nvSpPr>
            <p:spPr>
              <a:xfrm>
                <a:off x="1796735" y="2649106"/>
                <a:ext cx="553036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5" name="텍스트 상자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735" y="2649106"/>
                <a:ext cx="5530360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358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671562" y="4253796"/>
            <a:ext cx="8241606" cy="1767492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259632" y="1848120"/>
            <a:ext cx="7128792" cy="151216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그래서 우리는 바꿉니다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40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우리의 원래 문제 대신</a:t>
            </a:r>
            <a:endParaRPr kumimoji="1" lang="en-US" altLang="ko-KR" dirty="0"/>
          </a:p>
          <a:p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아래 문제를 해결합니다</a:t>
            </a:r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상자 4"/>
              <p:cNvSpPr txBox="1"/>
              <p:nvPr/>
            </p:nvSpPr>
            <p:spPr>
              <a:xfrm>
                <a:off x="3202751" y="2483875"/>
                <a:ext cx="3242554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r>
                                        <a:rPr lang="en-US" altLang="ko-KR" b="1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5" name="텍스트 상자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751" y="2483875"/>
                <a:ext cx="32425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텍스트 상자 5"/>
          <p:cNvSpPr txBox="1"/>
          <p:nvPr/>
        </p:nvSpPr>
        <p:spPr>
          <a:xfrm>
            <a:off x="2231607" y="1898053"/>
            <a:ext cx="5073825" cy="496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2400" dirty="0"/>
              <a:t>아래 함수를 최소화하는 </a:t>
            </a:r>
            <a:r>
              <a:rPr kumimoji="1" lang="en-US" altLang="ko-KR" sz="2400" b="1" dirty="0"/>
              <a:t>w</a:t>
            </a:r>
            <a:r>
              <a:rPr kumimoji="1" lang="ko-KR" altLang="en-US" sz="2400" dirty="0"/>
              <a:t>를 찾아라</a:t>
            </a:r>
          </a:p>
        </p:txBody>
      </p:sp>
      <p:sp>
        <p:nvSpPr>
          <p:cNvPr id="8" name="텍스트 상자 7"/>
          <p:cNvSpPr txBox="1"/>
          <p:nvPr/>
        </p:nvSpPr>
        <p:spPr>
          <a:xfrm>
            <a:off x="1403648" y="4505078"/>
            <a:ext cx="6617709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2400" dirty="0"/>
              <a:t>아래 함수를 </a:t>
            </a:r>
            <a:r>
              <a:rPr kumimoji="1" lang="en-US" altLang="ko-KR" sz="2400" dirty="0"/>
              <a:t>minimum</a:t>
            </a:r>
            <a:r>
              <a:rPr kumimoji="1" lang="ko-KR" altLang="en-US" sz="2400" dirty="0"/>
              <a:t>스럽게 만드는 </a:t>
            </a:r>
            <a:r>
              <a:rPr kumimoji="1" lang="en-US" altLang="ko-KR" sz="2400" b="1" dirty="0"/>
              <a:t>w</a:t>
            </a:r>
            <a:r>
              <a:rPr kumimoji="1" lang="ko-KR" altLang="en-US" sz="2400" dirty="0"/>
              <a:t>를 찾아라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텍스트 상자 4">
                <a:extLst>
                  <a:ext uri="{FF2B5EF4-FFF2-40B4-BE49-F238E27FC236}">
                    <a16:creationId xmlns:a16="http://schemas.microsoft.com/office/drawing/2014/main" xmlns="" id="{02271867-30D2-4834-9BEE-AC6E39F04772}"/>
                  </a:ext>
                </a:extLst>
              </p:cNvPr>
              <p:cNvSpPr txBox="1"/>
              <p:nvPr/>
            </p:nvSpPr>
            <p:spPr>
              <a:xfrm>
                <a:off x="3091225" y="5116809"/>
                <a:ext cx="3242554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r>
                                        <a:rPr lang="en-US" altLang="ko-KR" b="1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1" name="텍스트 상자 4">
                <a:extLst>
                  <a:ext uri="{FF2B5EF4-FFF2-40B4-BE49-F238E27FC236}">
                    <a16:creationId xmlns:a16="http://schemas.microsoft.com/office/drawing/2014/main" id="{02271867-30D2-4834-9BEE-AC6E39F04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25" y="5116809"/>
                <a:ext cx="32425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62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455321" y="1805524"/>
            <a:ext cx="8241606" cy="1767492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그래서 우리는 바꿉니다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41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그런데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무슨 뜻인가요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cxnSp>
        <p:nvCxnSpPr>
          <p:cNvPr id="5" name="직선 화살표 연결선 5"/>
          <p:cNvCxnSpPr>
            <a:cxnSpLocks noChangeShapeType="1"/>
          </p:cNvCxnSpPr>
          <p:nvPr/>
        </p:nvCxnSpPr>
        <p:spPr bwMode="auto">
          <a:xfrm>
            <a:off x="2338859" y="5949280"/>
            <a:ext cx="48974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직선 화살표 연결선 7"/>
          <p:cNvCxnSpPr>
            <a:cxnSpLocks noChangeShapeType="1"/>
          </p:cNvCxnSpPr>
          <p:nvPr/>
        </p:nvCxnSpPr>
        <p:spPr bwMode="auto">
          <a:xfrm flipV="1">
            <a:off x="2338859" y="3933155"/>
            <a:ext cx="0" cy="20161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자유형 8"/>
          <p:cNvSpPr>
            <a:spLocks/>
          </p:cNvSpPr>
          <p:nvPr/>
        </p:nvSpPr>
        <p:spPr bwMode="auto">
          <a:xfrm>
            <a:off x="2469034" y="4112572"/>
            <a:ext cx="4633912" cy="1652978"/>
          </a:xfrm>
          <a:custGeom>
            <a:avLst/>
            <a:gdLst>
              <a:gd name="T0" fmla="*/ 0 w 4619625"/>
              <a:gd name="T1" fmla="*/ 628650 h 1651000"/>
              <a:gd name="T2" fmla="*/ 371475 w 4619625"/>
              <a:gd name="T3" fmla="*/ 361950 h 1651000"/>
              <a:gd name="T4" fmla="*/ 857250 w 4619625"/>
              <a:gd name="T5" fmla="*/ 190500 h 1651000"/>
              <a:gd name="T6" fmla="*/ 1428750 w 4619625"/>
              <a:gd name="T7" fmla="*/ 666750 h 1651000"/>
              <a:gd name="T8" fmla="*/ 2047875 w 4619625"/>
              <a:gd name="T9" fmla="*/ 952500 h 1651000"/>
              <a:gd name="T10" fmla="*/ 2476500 w 4619625"/>
              <a:gd name="T11" fmla="*/ 1409700 h 1651000"/>
              <a:gd name="T12" fmla="*/ 3038474 w 4619625"/>
              <a:gd name="T13" fmla="*/ 1628775 h 1651000"/>
              <a:gd name="T14" fmla="*/ 3457574 w 4619625"/>
              <a:gd name="T15" fmla="*/ 1543050 h 1651000"/>
              <a:gd name="T16" fmla="*/ 3619500 w 4619625"/>
              <a:gd name="T17" fmla="*/ 1038225 h 1651000"/>
              <a:gd name="T18" fmla="*/ 4229101 w 4619625"/>
              <a:gd name="T19" fmla="*/ 733425 h 1651000"/>
              <a:gd name="T20" fmla="*/ 4619625 w 4619625"/>
              <a:gd name="T21" fmla="*/ 0 h 1651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619625"/>
              <a:gd name="T34" fmla="*/ 0 h 1651000"/>
              <a:gd name="T35" fmla="*/ 4619625 w 4619625"/>
              <a:gd name="T36" fmla="*/ 1651000 h 1651000"/>
              <a:gd name="connsiteX0" fmla="*/ 0 w 4619625"/>
              <a:gd name="connsiteY0" fmla="*/ 628650 h 1638721"/>
              <a:gd name="connsiteX1" fmla="*/ 371475 w 4619625"/>
              <a:gd name="connsiteY1" fmla="*/ 361950 h 1638721"/>
              <a:gd name="connsiteX2" fmla="*/ 857250 w 4619625"/>
              <a:gd name="connsiteY2" fmla="*/ 190500 h 1638721"/>
              <a:gd name="connsiteX3" fmla="*/ 1414463 w 4619625"/>
              <a:gd name="connsiteY3" fmla="*/ 1038225 h 1638721"/>
              <a:gd name="connsiteX4" fmla="*/ 2047875 w 4619625"/>
              <a:gd name="connsiteY4" fmla="*/ 952500 h 1638721"/>
              <a:gd name="connsiteX5" fmla="*/ 2476500 w 4619625"/>
              <a:gd name="connsiteY5" fmla="*/ 1409700 h 1638721"/>
              <a:gd name="connsiteX6" fmla="*/ 3038475 w 4619625"/>
              <a:gd name="connsiteY6" fmla="*/ 1628775 h 1638721"/>
              <a:gd name="connsiteX7" fmla="*/ 3457575 w 4619625"/>
              <a:gd name="connsiteY7" fmla="*/ 1543050 h 1638721"/>
              <a:gd name="connsiteX8" fmla="*/ 3619500 w 4619625"/>
              <a:gd name="connsiteY8" fmla="*/ 1038225 h 1638721"/>
              <a:gd name="connsiteX9" fmla="*/ 4229100 w 4619625"/>
              <a:gd name="connsiteY9" fmla="*/ 733425 h 1638721"/>
              <a:gd name="connsiteX10" fmla="*/ 4619625 w 4619625"/>
              <a:gd name="connsiteY10" fmla="*/ 0 h 1638721"/>
              <a:gd name="connsiteX0" fmla="*/ 0 w 4633912"/>
              <a:gd name="connsiteY0" fmla="*/ 14257 h 1652978"/>
              <a:gd name="connsiteX1" fmla="*/ 385762 w 4633912"/>
              <a:gd name="connsiteY1" fmla="*/ 376207 h 1652978"/>
              <a:gd name="connsiteX2" fmla="*/ 871537 w 4633912"/>
              <a:gd name="connsiteY2" fmla="*/ 204757 h 1652978"/>
              <a:gd name="connsiteX3" fmla="*/ 1428750 w 4633912"/>
              <a:gd name="connsiteY3" fmla="*/ 1052482 h 1652978"/>
              <a:gd name="connsiteX4" fmla="*/ 2062162 w 4633912"/>
              <a:gd name="connsiteY4" fmla="*/ 966757 h 1652978"/>
              <a:gd name="connsiteX5" fmla="*/ 2490787 w 4633912"/>
              <a:gd name="connsiteY5" fmla="*/ 1423957 h 1652978"/>
              <a:gd name="connsiteX6" fmla="*/ 3052762 w 4633912"/>
              <a:gd name="connsiteY6" fmla="*/ 1643032 h 1652978"/>
              <a:gd name="connsiteX7" fmla="*/ 3471862 w 4633912"/>
              <a:gd name="connsiteY7" fmla="*/ 1557307 h 1652978"/>
              <a:gd name="connsiteX8" fmla="*/ 3633787 w 4633912"/>
              <a:gd name="connsiteY8" fmla="*/ 1052482 h 1652978"/>
              <a:gd name="connsiteX9" fmla="*/ 4243387 w 4633912"/>
              <a:gd name="connsiteY9" fmla="*/ 747682 h 1652978"/>
              <a:gd name="connsiteX10" fmla="*/ 4633912 w 4633912"/>
              <a:gd name="connsiteY10" fmla="*/ 14257 h 1652978"/>
              <a:gd name="connsiteX0" fmla="*/ 0 w 4633912"/>
              <a:gd name="connsiteY0" fmla="*/ 14257 h 1652978"/>
              <a:gd name="connsiteX1" fmla="*/ 385762 w 4633912"/>
              <a:gd name="connsiteY1" fmla="*/ 376207 h 1652978"/>
              <a:gd name="connsiteX2" fmla="*/ 871537 w 4633912"/>
              <a:gd name="connsiteY2" fmla="*/ 204757 h 1652978"/>
              <a:gd name="connsiteX3" fmla="*/ 1428750 w 4633912"/>
              <a:gd name="connsiteY3" fmla="*/ 1052482 h 1652978"/>
              <a:gd name="connsiteX4" fmla="*/ 2062162 w 4633912"/>
              <a:gd name="connsiteY4" fmla="*/ 966757 h 1652978"/>
              <a:gd name="connsiteX5" fmla="*/ 2490787 w 4633912"/>
              <a:gd name="connsiteY5" fmla="*/ 1423957 h 1652978"/>
              <a:gd name="connsiteX6" fmla="*/ 3052762 w 4633912"/>
              <a:gd name="connsiteY6" fmla="*/ 1643032 h 1652978"/>
              <a:gd name="connsiteX7" fmla="*/ 3471862 w 4633912"/>
              <a:gd name="connsiteY7" fmla="*/ 1557307 h 1652978"/>
              <a:gd name="connsiteX8" fmla="*/ 3633787 w 4633912"/>
              <a:gd name="connsiteY8" fmla="*/ 1052482 h 1652978"/>
              <a:gd name="connsiteX9" fmla="*/ 4371974 w 4633912"/>
              <a:gd name="connsiteY9" fmla="*/ 1076295 h 1652978"/>
              <a:gd name="connsiteX10" fmla="*/ 4633912 w 4633912"/>
              <a:gd name="connsiteY10" fmla="*/ 14257 h 1652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33912" h="1652978">
                <a:moveTo>
                  <a:pt x="0" y="14257"/>
                </a:moveTo>
                <a:cubicBezTo>
                  <a:pt x="114300" y="-82581"/>
                  <a:pt x="240506" y="344457"/>
                  <a:pt x="385762" y="376207"/>
                </a:cubicBezTo>
                <a:cubicBezTo>
                  <a:pt x="531018" y="407957"/>
                  <a:pt x="697706" y="92045"/>
                  <a:pt x="871537" y="204757"/>
                </a:cubicBezTo>
                <a:cubicBezTo>
                  <a:pt x="1045368" y="317469"/>
                  <a:pt x="1230313" y="925482"/>
                  <a:pt x="1428750" y="1052482"/>
                </a:cubicBezTo>
                <a:cubicBezTo>
                  <a:pt x="1627187" y="1179482"/>
                  <a:pt x="1885156" y="904845"/>
                  <a:pt x="2062162" y="966757"/>
                </a:cubicBezTo>
                <a:cubicBezTo>
                  <a:pt x="2239168" y="1028669"/>
                  <a:pt x="2325687" y="1311244"/>
                  <a:pt x="2490787" y="1423957"/>
                </a:cubicBezTo>
                <a:cubicBezTo>
                  <a:pt x="2655887" y="1536670"/>
                  <a:pt x="2889250" y="1620807"/>
                  <a:pt x="3052762" y="1643032"/>
                </a:cubicBezTo>
                <a:cubicBezTo>
                  <a:pt x="3216274" y="1665257"/>
                  <a:pt x="3375025" y="1655732"/>
                  <a:pt x="3471862" y="1557307"/>
                </a:cubicBezTo>
                <a:cubicBezTo>
                  <a:pt x="3568699" y="1458882"/>
                  <a:pt x="3483768" y="1132651"/>
                  <a:pt x="3633787" y="1052482"/>
                </a:cubicBezTo>
                <a:cubicBezTo>
                  <a:pt x="3783806" y="972313"/>
                  <a:pt x="4205287" y="1249332"/>
                  <a:pt x="4371974" y="1076295"/>
                </a:cubicBezTo>
                <a:cubicBezTo>
                  <a:pt x="4538661" y="903258"/>
                  <a:pt x="4521993" y="294451"/>
                  <a:pt x="4633912" y="14257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텍스트 상자 15"/>
              <p:cNvSpPr txBox="1"/>
              <p:nvPr/>
            </p:nvSpPr>
            <p:spPr>
              <a:xfrm>
                <a:off x="1613714" y="4112572"/>
                <a:ext cx="594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1" i="0" smtClean="0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6" name="텍스트 상자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14" y="4112572"/>
                <a:ext cx="59497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216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텍스트 상자 4">
                <a:extLst>
                  <a:ext uri="{FF2B5EF4-FFF2-40B4-BE49-F238E27FC236}">
                    <a16:creationId xmlns:a16="http://schemas.microsoft.com/office/drawing/2014/main" xmlns="" id="{496AA224-396F-4CB2-945E-2628B3AE950A}"/>
                  </a:ext>
                </a:extLst>
              </p:cNvPr>
              <p:cNvSpPr txBox="1"/>
              <p:nvPr/>
            </p:nvSpPr>
            <p:spPr>
              <a:xfrm>
                <a:off x="2950723" y="2639659"/>
                <a:ext cx="3242554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r>
                                        <a:rPr lang="en-US" altLang="ko-KR" b="1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텍스트 상자 4">
                <a:extLst>
                  <a:ext uri="{FF2B5EF4-FFF2-40B4-BE49-F238E27FC236}">
                    <a16:creationId xmlns:a16="http://schemas.microsoft.com/office/drawing/2014/main" id="{496AA224-396F-4CB2-945E-2628B3AE9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723" y="2639659"/>
                <a:ext cx="32425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텍스트 상자 7">
            <a:extLst>
              <a:ext uri="{FF2B5EF4-FFF2-40B4-BE49-F238E27FC236}">
                <a16:creationId xmlns:a16="http://schemas.microsoft.com/office/drawing/2014/main" xmlns="" id="{D76649A7-3CF0-4425-8EF8-3D95774D821D}"/>
              </a:ext>
            </a:extLst>
          </p:cNvPr>
          <p:cNvSpPr txBox="1"/>
          <p:nvPr/>
        </p:nvSpPr>
        <p:spPr>
          <a:xfrm>
            <a:off x="1403648" y="2063366"/>
            <a:ext cx="6617709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2400" dirty="0"/>
              <a:t>아래 함수를 </a:t>
            </a:r>
            <a:r>
              <a:rPr kumimoji="1" lang="en-US" altLang="ko-KR" sz="2400" dirty="0"/>
              <a:t>minimum</a:t>
            </a:r>
            <a:r>
              <a:rPr kumimoji="1" lang="ko-KR" altLang="en-US" sz="2400" dirty="0"/>
              <a:t>스럽게 만드는 </a:t>
            </a:r>
            <a:r>
              <a:rPr kumimoji="1" lang="en-US" altLang="ko-KR" sz="2400" b="1" dirty="0"/>
              <a:t>w</a:t>
            </a:r>
            <a:r>
              <a:rPr kumimoji="1" lang="ko-KR" altLang="en-US" sz="2400" dirty="0"/>
              <a:t>를 찾아라</a:t>
            </a:r>
          </a:p>
        </p:txBody>
      </p:sp>
    </p:spTree>
    <p:extLst>
      <p:ext uri="{BB962C8B-B14F-4D97-AF65-F5344CB8AC3E}">
        <p14:creationId xmlns:p14="http://schemas.microsoft.com/office/powerpoint/2010/main" val="558384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그래서 우리는 바꿉니다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42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이 문제는 생각보다 풀기 쉽습니다</a:t>
            </a:r>
          </a:p>
        </p:txBody>
      </p:sp>
      <p:sp>
        <p:nvSpPr>
          <p:cNvPr id="5" name="텍스트 상자 4"/>
          <p:cNvSpPr txBox="1"/>
          <p:nvPr/>
        </p:nvSpPr>
        <p:spPr>
          <a:xfrm>
            <a:off x="3009713" y="1916832"/>
            <a:ext cx="3124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/>
              <a:t>경사면 따라 내려가기</a:t>
            </a:r>
          </a:p>
        </p:txBody>
      </p:sp>
      <p:cxnSp>
        <p:nvCxnSpPr>
          <p:cNvPr id="31" name="직선 화살표 연결선 30"/>
          <p:cNvCxnSpPr>
            <a:cxnSpLocks noChangeShapeType="1"/>
          </p:cNvCxnSpPr>
          <p:nvPr/>
        </p:nvCxnSpPr>
        <p:spPr bwMode="auto">
          <a:xfrm>
            <a:off x="2195290" y="5197053"/>
            <a:ext cx="48974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직선 화살표 연결선 7"/>
          <p:cNvCxnSpPr>
            <a:cxnSpLocks noChangeShapeType="1"/>
          </p:cNvCxnSpPr>
          <p:nvPr/>
        </p:nvCxnSpPr>
        <p:spPr bwMode="auto">
          <a:xfrm flipV="1">
            <a:off x="2195290" y="3180928"/>
            <a:ext cx="0" cy="20161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자유형 8"/>
          <p:cNvSpPr>
            <a:spLocks/>
          </p:cNvSpPr>
          <p:nvPr/>
        </p:nvSpPr>
        <p:spPr bwMode="auto">
          <a:xfrm>
            <a:off x="2339752" y="3374603"/>
            <a:ext cx="4619625" cy="1651000"/>
          </a:xfrm>
          <a:custGeom>
            <a:avLst/>
            <a:gdLst>
              <a:gd name="T0" fmla="*/ 0 w 4619625"/>
              <a:gd name="T1" fmla="*/ 628650 h 1651000"/>
              <a:gd name="T2" fmla="*/ 371475 w 4619625"/>
              <a:gd name="T3" fmla="*/ 361950 h 1651000"/>
              <a:gd name="T4" fmla="*/ 857250 w 4619625"/>
              <a:gd name="T5" fmla="*/ 190500 h 1651000"/>
              <a:gd name="T6" fmla="*/ 1428750 w 4619625"/>
              <a:gd name="T7" fmla="*/ 666750 h 1651000"/>
              <a:gd name="T8" fmla="*/ 2047875 w 4619625"/>
              <a:gd name="T9" fmla="*/ 952500 h 1651000"/>
              <a:gd name="T10" fmla="*/ 2476500 w 4619625"/>
              <a:gd name="T11" fmla="*/ 1409700 h 1651000"/>
              <a:gd name="T12" fmla="*/ 3038474 w 4619625"/>
              <a:gd name="T13" fmla="*/ 1628775 h 1651000"/>
              <a:gd name="T14" fmla="*/ 3457574 w 4619625"/>
              <a:gd name="T15" fmla="*/ 1543050 h 1651000"/>
              <a:gd name="T16" fmla="*/ 3619500 w 4619625"/>
              <a:gd name="T17" fmla="*/ 1038225 h 1651000"/>
              <a:gd name="T18" fmla="*/ 4229101 w 4619625"/>
              <a:gd name="T19" fmla="*/ 733425 h 1651000"/>
              <a:gd name="T20" fmla="*/ 4619625 w 4619625"/>
              <a:gd name="T21" fmla="*/ 0 h 1651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619625"/>
              <a:gd name="T34" fmla="*/ 0 h 1651000"/>
              <a:gd name="T35" fmla="*/ 4619625 w 4619625"/>
              <a:gd name="T36" fmla="*/ 1651000 h 16510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619625" h="1651000">
                <a:moveTo>
                  <a:pt x="0" y="628650"/>
                </a:moveTo>
                <a:cubicBezTo>
                  <a:pt x="114300" y="531812"/>
                  <a:pt x="228600" y="434975"/>
                  <a:pt x="371475" y="361950"/>
                </a:cubicBezTo>
                <a:cubicBezTo>
                  <a:pt x="514350" y="288925"/>
                  <a:pt x="681038" y="139700"/>
                  <a:pt x="857250" y="190500"/>
                </a:cubicBezTo>
                <a:cubicBezTo>
                  <a:pt x="1033462" y="241300"/>
                  <a:pt x="1230313" y="539750"/>
                  <a:pt x="1428750" y="666750"/>
                </a:cubicBezTo>
                <a:cubicBezTo>
                  <a:pt x="1627187" y="793750"/>
                  <a:pt x="1873250" y="828675"/>
                  <a:pt x="2047875" y="952500"/>
                </a:cubicBezTo>
                <a:cubicBezTo>
                  <a:pt x="2222500" y="1076325"/>
                  <a:pt x="2311400" y="1296987"/>
                  <a:pt x="2476500" y="1409700"/>
                </a:cubicBezTo>
                <a:cubicBezTo>
                  <a:pt x="2641600" y="1522413"/>
                  <a:pt x="2874963" y="1606550"/>
                  <a:pt x="3038475" y="1628775"/>
                </a:cubicBezTo>
                <a:cubicBezTo>
                  <a:pt x="3201987" y="1651000"/>
                  <a:pt x="3360738" y="1641475"/>
                  <a:pt x="3457575" y="1543050"/>
                </a:cubicBezTo>
                <a:cubicBezTo>
                  <a:pt x="3554412" y="1444625"/>
                  <a:pt x="3490913" y="1173163"/>
                  <a:pt x="3619500" y="1038225"/>
                </a:cubicBezTo>
                <a:cubicBezTo>
                  <a:pt x="3748088" y="903288"/>
                  <a:pt x="4062413" y="906462"/>
                  <a:pt x="4229100" y="733425"/>
                </a:cubicBezTo>
                <a:cubicBezTo>
                  <a:pt x="4395787" y="560388"/>
                  <a:pt x="4507706" y="280194"/>
                  <a:pt x="4619625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텍스트 상자 40"/>
              <p:cNvSpPr txBox="1"/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1" i="0" smtClean="0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1" name="텍스트 상자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143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455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경사면 따라 내려가기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43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임의의 시작점을 </a:t>
            </a:r>
            <a:r>
              <a:rPr kumimoji="1" lang="en-US" altLang="ko-KR" dirty="0"/>
              <a:t>Random</a:t>
            </a:r>
            <a:r>
              <a:rPr kumimoji="1" lang="ko-KR" altLang="en-US" dirty="0"/>
              <a:t>하게 잡기</a:t>
            </a:r>
            <a:endParaRPr kumimoji="1" lang="en-US" altLang="ko-KR" dirty="0"/>
          </a:p>
        </p:txBody>
      </p:sp>
      <p:cxnSp>
        <p:nvCxnSpPr>
          <p:cNvPr id="6" name="직선 화살표 연결선 5"/>
          <p:cNvCxnSpPr>
            <a:cxnSpLocks noChangeShapeType="1"/>
          </p:cNvCxnSpPr>
          <p:nvPr/>
        </p:nvCxnSpPr>
        <p:spPr bwMode="auto">
          <a:xfrm>
            <a:off x="2195290" y="5197053"/>
            <a:ext cx="48974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직선 화살표 연결선 7"/>
          <p:cNvCxnSpPr>
            <a:cxnSpLocks noChangeShapeType="1"/>
          </p:cNvCxnSpPr>
          <p:nvPr/>
        </p:nvCxnSpPr>
        <p:spPr bwMode="auto">
          <a:xfrm flipV="1">
            <a:off x="2195290" y="3180928"/>
            <a:ext cx="0" cy="20161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자유형 8"/>
          <p:cNvSpPr>
            <a:spLocks/>
          </p:cNvSpPr>
          <p:nvPr/>
        </p:nvSpPr>
        <p:spPr bwMode="auto">
          <a:xfrm>
            <a:off x="2339752" y="3374603"/>
            <a:ext cx="4619625" cy="1651000"/>
          </a:xfrm>
          <a:custGeom>
            <a:avLst/>
            <a:gdLst>
              <a:gd name="T0" fmla="*/ 0 w 4619625"/>
              <a:gd name="T1" fmla="*/ 628650 h 1651000"/>
              <a:gd name="T2" fmla="*/ 371475 w 4619625"/>
              <a:gd name="T3" fmla="*/ 361950 h 1651000"/>
              <a:gd name="T4" fmla="*/ 857250 w 4619625"/>
              <a:gd name="T5" fmla="*/ 190500 h 1651000"/>
              <a:gd name="T6" fmla="*/ 1428750 w 4619625"/>
              <a:gd name="T7" fmla="*/ 666750 h 1651000"/>
              <a:gd name="T8" fmla="*/ 2047875 w 4619625"/>
              <a:gd name="T9" fmla="*/ 952500 h 1651000"/>
              <a:gd name="T10" fmla="*/ 2476500 w 4619625"/>
              <a:gd name="T11" fmla="*/ 1409700 h 1651000"/>
              <a:gd name="T12" fmla="*/ 3038474 w 4619625"/>
              <a:gd name="T13" fmla="*/ 1628775 h 1651000"/>
              <a:gd name="T14" fmla="*/ 3457574 w 4619625"/>
              <a:gd name="T15" fmla="*/ 1543050 h 1651000"/>
              <a:gd name="T16" fmla="*/ 3619500 w 4619625"/>
              <a:gd name="T17" fmla="*/ 1038225 h 1651000"/>
              <a:gd name="T18" fmla="*/ 4229101 w 4619625"/>
              <a:gd name="T19" fmla="*/ 733425 h 1651000"/>
              <a:gd name="T20" fmla="*/ 4619625 w 4619625"/>
              <a:gd name="T21" fmla="*/ 0 h 1651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619625"/>
              <a:gd name="T34" fmla="*/ 0 h 1651000"/>
              <a:gd name="T35" fmla="*/ 4619625 w 4619625"/>
              <a:gd name="T36" fmla="*/ 1651000 h 16510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619625" h="1651000">
                <a:moveTo>
                  <a:pt x="0" y="628650"/>
                </a:moveTo>
                <a:cubicBezTo>
                  <a:pt x="114300" y="531812"/>
                  <a:pt x="228600" y="434975"/>
                  <a:pt x="371475" y="361950"/>
                </a:cubicBezTo>
                <a:cubicBezTo>
                  <a:pt x="514350" y="288925"/>
                  <a:pt x="681038" y="139700"/>
                  <a:pt x="857250" y="190500"/>
                </a:cubicBezTo>
                <a:cubicBezTo>
                  <a:pt x="1033462" y="241300"/>
                  <a:pt x="1230313" y="539750"/>
                  <a:pt x="1428750" y="666750"/>
                </a:cubicBezTo>
                <a:cubicBezTo>
                  <a:pt x="1627187" y="793750"/>
                  <a:pt x="1873250" y="828675"/>
                  <a:pt x="2047875" y="952500"/>
                </a:cubicBezTo>
                <a:cubicBezTo>
                  <a:pt x="2222500" y="1076325"/>
                  <a:pt x="2311400" y="1296987"/>
                  <a:pt x="2476500" y="1409700"/>
                </a:cubicBezTo>
                <a:cubicBezTo>
                  <a:pt x="2641600" y="1522413"/>
                  <a:pt x="2874963" y="1606550"/>
                  <a:pt x="3038475" y="1628775"/>
                </a:cubicBezTo>
                <a:cubicBezTo>
                  <a:pt x="3201987" y="1651000"/>
                  <a:pt x="3360738" y="1641475"/>
                  <a:pt x="3457575" y="1543050"/>
                </a:cubicBezTo>
                <a:cubicBezTo>
                  <a:pt x="3554412" y="1444625"/>
                  <a:pt x="3490913" y="1173163"/>
                  <a:pt x="3619500" y="1038225"/>
                </a:cubicBezTo>
                <a:cubicBezTo>
                  <a:pt x="3748088" y="903288"/>
                  <a:pt x="4062413" y="906462"/>
                  <a:pt x="4229100" y="733425"/>
                </a:cubicBezTo>
                <a:cubicBezTo>
                  <a:pt x="4395787" y="560388"/>
                  <a:pt x="4507706" y="280194"/>
                  <a:pt x="4619625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9" name="그룹 18"/>
          <p:cNvGrpSpPr>
            <a:grpSpLocks/>
          </p:cNvGrpSpPr>
          <p:nvPr/>
        </p:nvGrpSpPr>
        <p:grpSpPr bwMode="auto">
          <a:xfrm>
            <a:off x="3191139" y="3612728"/>
            <a:ext cx="359394" cy="1944668"/>
            <a:chOff x="3897204" y="3068960"/>
            <a:chExt cx="358040" cy="1944099"/>
          </a:xfrm>
        </p:grpSpPr>
        <p:cxnSp>
          <p:nvCxnSpPr>
            <p:cNvPr id="10" name="직선 연결선 12"/>
            <p:cNvCxnSpPr>
              <a:cxnSpLocks noChangeShapeType="1"/>
            </p:cNvCxnSpPr>
            <p:nvPr/>
          </p:nvCxnSpPr>
          <p:spPr bwMode="auto">
            <a:xfrm>
              <a:off x="4055861" y="3068960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TextBox 13"/>
            <p:cNvSpPr txBox="1">
              <a:spLocks noChangeArrowheads="1"/>
            </p:cNvSpPr>
            <p:nvPr/>
          </p:nvSpPr>
          <p:spPr bwMode="auto">
            <a:xfrm>
              <a:off x="3897204" y="4613066"/>
              <a:ext cx="358040" cy="399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 dirty="0">
                  <a:latin typeface="Comic Sans MS" charset="0"/>
                  <a:ea typeface="굴림" charset="-127"/>
                </a:rPr>
                <a:t>w</a:t>
              </a:r>
              <a:endParaRPr lang="ko-KR" altLang="en-US" sz="2000" b="0" i="1" baseline="30000" dirty="0">
                <a:latin typeface="Comic Sans MS" charset="0"/>
                <a:ea typeface="굴림" charset="-127"/>
              </a:endParaRPr>
            </a:p>
          </p:txBody>
        </p:sp>
      </p:grpSp>
      <p:sp>
        <p:nvSpPr>
          <p:cNvPr id="12" name="타원 11"/>
          <p:cNvSpPr>
            <a:spLocks noChangeArrowheads="1"/>
          </p:cNvSpPr>
          <p:nvPr/>
        </p:nvSpPr>
        <p:spPr bwMode="auto">
          <a:xfrm>
            <a:off x="3325590" y="3612728"/>
            <a:ext cx="71437" cy="714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상자 13"/>
              <p:cNvSpPr txBox="1"/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1" i="0" smtClean="0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텍스트 상자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143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7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경사면 따라 내려가기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44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현재의 위치에서 경사를 구하기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미분은 가능하기 때문에 현재 위치에서의 경사는 구할 수 있음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우리는 내려가기 때문에 기울기의 반대 방향이 필요함</a:t>
            </a:r>
            <a:endParaRPr kumimoji="1" lang="en-US" altLang="ko-KR" dirty="0"/>
          </a:p>
        </p:txBody>
      </p:sp>
      <p:cxnSp>
        <p:nvCxnSpPr>
          <p:cNvPr id="33" name="직선 화살표 연결선 32"/>
          <p:cNvCxnSpPr>
            <a:cxnSpLocks noChangeShapeType="1"/>
          </p:cNvCxnSpPr>
          <p:nvPr/>
        </p:nvCxnSpPr>
        <p:spPr bwMode="auto">
          <a:xfrm>
            <a:off x="2195290" y="5197053"/>
            <a:ext cx="48974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직선 화살표 연결선 7"/>
          <p:cNvCxnSpPr>
            <a:cxnSpLocks noChangeShapeType="1"/>
          </p:cNvCxnSpPr>
          <p:nvPr/>
        </p:nvCxnSpPr>
        <p:spPr bwMode="auto">
          <a:xfrm flipV="1">
            <a:off x="2195290" y="3180928"/>
            <a:ext cx="0" cy="20161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자유형 8"/>
          <p:cNvSpPr>
            <a:spLocks/>
          </p:cNvSpPr>
          <p:nvPr/>
        </p:nvSpPr>
        <p:spPr bwMode="auto">
          <a:xfrm>
            <a:off x="2339752" y="3374603"/>
            <a:ext cx="4619625" cy="1651000"/>
          </a:xfrm>
          <a:custGeom>
            <a:avLst/>
            <a:gdLst>
              <a:gd name="T0" fmla="*/ 0 w 4619625"/>
              <a:gd name="T1" fmla="*/ 628650 h 1651000"/>
              <a:gd name="T2" fmla="*/ 371475 w 4619625"/>
              <a:gd name="T3" fmla="*/ 361950 h 1651000"/>
              <a:gd name="T4" fmla="*/ 857250 w 4619625"/>
              <a:gd name="T5" fmla="*/ 190500 h 1651000"/>
              <a:gd name="T6" fmla="*/ 1428750 w 4619625"/>
              <a:gd name="T7" fmla="*/ 666750 h 1651000"/>
              <a:gd name="T8" fmla="*/ 2047875 w 4619625"/>
              <a:gd name="T9" fmla="*/ 952500 h 1651000"/>
              <a:gd name="T10" fmla="*/ 2476500 w 4619625"/>
              <a:gd name="T11" fmla="*/ 1409700 h 1651000"/>
              <a:gd name="T12" fmla="*/ 3038474 w 4619625"/>
              <a:gd name="T13" fmla="*/ 1628775 h 1651000"/>
              <a:gd name="T14" fmla="*/ 3457574 w 4619625"/>
              <a:gd name="T15" fmla="*/ 1543050 h 1651000"/>
              <a:gd name="T16" fmla="*/ 3619500 w 4619625"/>
              <a:gd name="T17" fmla="*/ 1038225 h 1651000"/>
              <a:gd name="T18" fmla="*/ 4229101 w 4619625"/>
              <a:gd name="T19" fmla="*/ 733425 h 1651000"/>
              <a:gd name="T20" fmla="*/ 4619625 w 4619625"/>
              <a:gd name="T21" fmla="*/ 0 h 1651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619625"/>
              <a:gd name="T34" fmla="*/ 0 h 1651000"/>
              <a:gd name="T35" fmla="*/ 4619625 w 4619625"/>
              <a:gd name="T36" fmla="*/ 1651000 h 16510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619625" h="1651000">
                <a:moveTo>
                  <a:pt x="0" y="628650"/>
                </a:moveTo>
                <a:cubicBezTo>
                  <a:pt x="114300" y="531812"/>
                  <a:pt x="228600" y="434975"/>
                  <a:pt x="371475" y="361950"/>
                </a:cubicBezTo>
                <a:cubicBezTo>
                  <a:pt x="514350" y="288925"/>
                  <a:pt x="681038" y="139700"/>
                  <a:pt x="857250" y="190500"/>
                </a:cubicBezTo>
                <a:cubicBezTo>
                  <a:pt x="1033462" y="241300"/>
                  <a:pt x="1230313" y="539750"/>
                  <a:pt x="1428750" y="666750"/>
                </a:cubicBezTo>
                <a:cubicBezTo>
                  <a:pt x="1627187" y="793750"/>
                  <a:pt x="1873250" y="828675"/>
                  <a:pt x="2047875" y="952500"/>
                </a:cubicBezTo>
                <a:cubicBezTo>
                  <a:pt x="2222500" y="1076325"/>
                  <a:pt x="2311400" y="1296987"/>
                  <a:pt x="2476500" y="1409700"/>
                </a:cubicBezTo>
                <a:cubicBezTo>
                  <a:pt x="2641600" y="1522413"/>
                  <a:pt x="2874963" y="1606550"/>
                  <a:pt x="3038475" y="1628775"/>
                </a:cubicBezTo>
                <a:cubicBezTo>
                  <a:pt x="3201987" y="1651000"/>
                  <a:pt x="3360738" y="1641475"/>
                  <a:pt x="3457575" y="1543050"/>
                </a:cubicBezTo>
                <a:cubicBezTo>
                  <a:pt x="3554412" y="1444625"/>
                  <a:pt x="3490913" y="1173163"/>
                  <a:pt x="3619500" y="1038225"/>
                </a:cubicBezTo>
                <a:cubicBezTo>
                  <a:pt x="3748088" y="903288"/>
                  <a:pt x="4062413" y="906462"/>
                  <a:pt x="4229100" y="733425"/>
                </a:cubicBezTo>
                <a:cubicBezTo>
                  <a:pt x="4395787" y="560388"/>
                  <a:pt x="4507706" y="280194"/>
                  <a:pt x="4619625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6" name="그룹 18"/>
          <p:cNvGrpSpPr>
            <a:grpSpLocks/>
          </p:cNvGrpSpPr>
          <p:nvPr/>
        </p:nvGrpSpPr>
        <p:grpSpPr bwMode="auto">
          <a:xfrm>
            <a:off x="3191139" y="3612728"/>
            <a:ext cx="359394" cy="1944668"/>
            <a:chOff x="3897204" y="3068960"/>
            <a:chExt cx="358040" cy="1944099"/>
          </a:xfrm>
        </p:grpSpPr>
        <p:cxnSp>
          <p:nvCxnSpPr>
            <p:cNvPr id="37" name="직선 연결선 12"/>
            <p:cNvCxnSpPr>
              <a:cxnSpLocks noChangeShapeType="1"/>
            </p:cNvCxnSpPr>
            <p:nvPr/>
          </p:nvCxnSpPr>
          <p:spPr bwMode="auto">
            <a:xfrm>
              <a:off x="4055861" y="3068960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Box 13"/>
            <p:cNvSpPr txBox="1">
              <a:spLocks noChangeArrowheads="1"/>
            </p:cNvSpPr>
            <p:nvPr/>
          </p:nvSpPr>
          <p:spPr bwMode="auto">
            <a:xfrm>
              <a:off x="3897204" y="4613066"/>
              <a:ext cx="358040" cy="399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 dirty="0">
                  <a:latin typeface="Comic Sans MS" charset="0"/>
                  <a:ea typeface="굴림" charset="-127"/>
                </a:rPr>
                <a:t>w</a:t>
              </a:r>
              <a:endParaRPr lang="ko-KR" altLang="en-US" sz="2000" b="0" i="1" baseline="30000" dirty="0">
                <a:latin typeface="Comic Sans MS" charset="0"/>
                <a:ea typeface="굴림" charset="-127"/>
              </a:endParaRPr>
            </a:p>
          </p:txBody>
        </p:sp>
      </p:grpSp>
      <p:sp>
        <p:nvSpPr>
          <p:cNvPr id="39" name="타원 38"/>
          <p:cNvSpPr>
            <a:spLocks noChangeArrowheads="1"/>
          </p:cNvSpPr>
          <p:nvPr/>
        </p:nvSpPr>
        <p:spPr bwMode="auto">
          <a:xfrm>
            <a:off x="3325590" y="3612728"/>
            <a:ext cx="71437" cy="714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텍스트 상자 39"/>
              <p:cNvSpPr txBox="1"/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1" i="0" smtClean="0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0" name="텍스트 상자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143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그룹 41"/>
          <p:cNvGrpSpPr/>
          <p:nvPr/>
        </p:nvGrpSpPr>
        <p:grpSpPr>
          <a:xfrm>
            <a:off x="3242276" y="3054104"/>
            <a:ext cx="1164293" cy="1018134"/>
            <a:chOff x="3160503" y="3159125"/>
            <a:chExt cx="1164293" cy="10181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텍스트 상자 42"/>
                <p:cNvSpPr txBox="1"/>
                <p:nvPr/>
              </p:nvSpPr>
              <p:spPr>
                <a:xfrm>
                  <a:off x="3160503" y="3159125"/>
                  <a:ext cx="1164293" cy="6537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kumimoji="1" lang="hr-HR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atin typeface="Cambria Math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mr-IN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mr-IN" altLang="ko-KR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𝜕</m:t>
                                    </m:r>
                                    <m:r>
                                      <a:rPr kumimoji="1" lang="en-US" altLang="ko-KR" i="1">
                                        <a:latin typeface="Cambria Math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kumimoji="1" lang="mr-IN" altLang="ko-KR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𝜕</m:t>
                                    </m:r>
                                    <m:r>
                                      <a:rPr lang="en-US" altLang="ko-KR" b="0" i="1" smtClean="0">
                                        <a:latin typeface="Cambria Math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kumimoji="1" lang="en-US" altLang="ko-KR" b="0" i="1" smtClean="0">
                                <a:latin typeface="Cambria Math" charset="0"/>
                              </a:rPr>
                              <m:t>𝑤</m:t>
                            </m:r>
                            <m:r>
                              <a:rPr kumimoji="1" lang="en-US" altLang="ko-KR" b="0" i="1" smtClean="0">
                                <a:latin typeface="Cambria Math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charset="0"/>
                                  </a:rPr>
                                  <m:t>0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kumimoji="1" lang="ko-KR" altLang="en-US" dirty="0"/>
                </a:p>
              </p:txBody>
            </p:sp>
          </mc:Choice>
          <mc:Fallback xmlns="">
            <p:sp>
              <p:nvSpPr>
                <p:cNvPr id="43" name="텍스트 상자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0503" y="3159125"/>
                  <a:ext cx="1164293" cy="65370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93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직선 화살표 연결선 15"/>
            <p:cNvCxnSpPr>
              <a:cxnSpLocks noChangeShapeType="1"/>
            </p:cNvCxnSpPr>
            <p:nvPr/>
          </p:nvCxnSpPr>
          <p:spPr bwMode="auto">
            <a:xfrm>
              <a:off x="3304381" y="3777209"/>
              <a:ext cx="404812" cy="40005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8458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경사면 따라 내려가기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45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그 방향으로 매우 조금 이동하기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크게 점프하면 건너 편으로 갈 수도 있음</a:t>
            </a:r>
          </a:p>
          <a:p>
            <a:endParaRPr kumimoji="1" lang="en-US" altLang="ko-KR" dirty="0"/>
          </a:p>
        </p:txBody>
      </p:sp>
      <p:cxnSp>
        <p:nvCxnSpPr>
          <p:cNvPr id="33" name="직선 화살표 연결선 32"/>
          <p:cNvCxnSpPr>
            <a:cxnSpLocks noChangeShapeType="1"/>
          </p:cNvCxnSpPr>
          <p:nvPr/>
        </p:nvCxnSpPr>
        <p:spPr bwMode="auto">
          <a:xfrm>
            <a:off x="2195290" y="5197053"/>
            <a:ext cx="48974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직선 화살표 연결선 7"/>
          <p:cNvCxnSpPr>
            <a:cxnSpLocks noChangeShapeType="1"/>
          </p:cNvCxnSpPr>
          <p:nvPr/>
        </p:nvCxnSpPr>
        <p:spPr bwMode="auto">
          <a:xfrm flipV="1">
            <a:off x="2195290" y="3180928"/>
            <a:ext cx="0" cy="20161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자유형 8"/>
          <p:cNvSpPr>
            <a:spLocks/>
          </p:cNvSpPr>
          <p:nvPr/>
        </p:nvSpPr>
        <p:spPr bwMode="auto">
          <a:xfrm>
            <a:off x="2339752" y="3374603"/>
            <a:ext cx="4619625" cy="1651000"/>
          </a:xfrm>
          <a:custGeom>
            <a:avLst/>
            <a:gdLst>
              <a:gd name="T0" fmla="*/ 0 w 4619625"/>
              <a:gd name="T1" fmla="*/ 628650 h 1651000"/>
              <a:gd name="T2" fmla="*/ 371475 w 4619625"/>
              <a:gd name="T3" fmla="*/ 361950 h 1651000"/>
              <a:gd name="T4" fmla="*/ 857250 w 4619625"/>
              <a:gd name="T5" fmla="*/ 190500 h 1651000"/>
              <a:gd name="T6" fmla="*/ 1428750 w 4619625"/>
              <a:gd name="T7" fmla="*/ 666750 h 1651000"/>
              <a:gd name="T8" fmla="*/ 2047875 w 4619625"/>
              <a:gd name="T9" fmla="*/ 952500 h 1651000"/>
              <a:gd name="T10" fmla="*/ 2476500 w 4619625"/>
              <a:gd name="T11" fmla="*/ 1409700 h 1651000"/>
              <a:gd name="T12" fmla="*/ 3038474 w 4619625"/>
              <a:gd name="T13" fmla="*/ 1628775 h 1651000"/>
              <a:gd name="T14" fmla="*/ 3457574 w 4619625"/>
              <a:gd name="T15" fmla="*/ 1543050 h 1651000"/>
              <a:gd name="T16" fmla="*/ 3619500 w 4619625"/>
              <a:gd name="T17" fmla="*/ 1038225 h 1651000"/>
              <a:gd name="T18" fmla="*/ 4229101 w 4619625"/>
              <a:gd name="T19" fmla="*/ 733425 h 1651000"/>
              <a:gd name="T20" fmla="*/ 4619625 w 4619625"/>
              <a:gd name="T21" fmla="*/ 0 h 1651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619625"/>
              <a:gd name="T34" fmla="*/ 0 h 1651000"/>
              <a:gd name="T35" fmla="*/ 4619625 w 4619625"/>
              <a:gd name="T36" fmla="*/ 1651000 h 16510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619625" h="1651000">
                <a:moveTo>
                  <a:pt x="0" y="628650"/>
                </a:moveTo>
                <a:cubicBezTo>
                  <a:pt x="114300" y="531812"/>
                  <a:pt x="228600" y="434975"/>
                  <a:pt x="371475" y="361950"/>
                </a:cubicBezTo>
                <a:cubicBezTo>
                  <a:pt x="514350" y="288925"/>
                  <a:pt x="681038" y="139700"/>
                  <a:pt x="857250" y="190500"/>
                </a:cubicBezTo>
                <a:cubicBezTo>
                  <a:pt x="1033462" y="241300"/>
                  <a:pt x="1230313" y="539750"/>
                  <a:pt x="1428750" y="666750"/>
                </a:cubicBezTo>
                <a:cubicBezTo>
                  <a:pt x="1627187" y="793750"/>
                  <a:pt x="1873250" y="828675"/>
                  <a:pt x="2047875" y="952500"/>
                </a:cubicBezTo>
                <a:cubicBezTo>
                  <a:pt x="2222500" y="1076325"/>
                  <a:pt x="2311400" y="1296987"/>
                  <a:pt x="2476500" y="1409700"/>
                </a:cubicBezTo>
                <a:cubicBezTo>
                  <a:pt x="2641600" y="1522413"/>
                  <a:pt x="2874963" y="1606550"/>
                  <a:pt x="3038475" y="1628775"/>
                </a:cubicBezTo>
                <a:cubicBezTo>
                  <a:pt x="3201987" y="1651000"/>
                  <a:pt x="3360738" y="1641475"/>
                  <a:pt x="3457575" y="1543050"/>
                </a:cubicBezTo>
                <a:cubicBezTo>
                  <a:pt x="3554412" y="1444625"/>
                  <a:pt x="3490913" y="1173163"/>
                  <a:pt x="3619500" y="1038225"/>
                </a:cubicBezTo>
                <a:cubicBezTo>
                  <a:pt x="3748088" y="903288"/>
                  <a:pt x="4062413" y="906462"/>
                  <a:pt x="4229100" y="733425"/>
                </a:cubicBezTo>
                <a:cubicBezTo>
                  <a:pt x="4395787" y="560388"/>
                  <a:pt x="4507706" y="280194"/>
                  <a:pt x="4619625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6" name="그룹 18"/>
          <p:cNvGrpSpPr>
            <a:grpSpLocks/>
          </p:cNvGrpSpPr>
          <p:nvPr/>
        </p:nvGrpSpPr>
        <p:grpSpPr bwMode="auto">
          <a:xfrm>
            <a:off x="3191139" y="3612728"/>
            <a:ext cx="359394" cy="1944668"/>
            <a:chOff x="3897204" y="3068960"/>
            <a:chExt cx="358040" cy="1944099"/>
          </a:xfrm>
        </p:grpSpPr>
        <p:cxnSp>
          <p:nvCxnSpPr>
            <p:cNvPr id="37" name="직선 연결선 12"/>
            <p:cNvCxnSpPr>
              <a:cxnSpLocks noChangeShapeType="1"/>
            </p:cNvCxnSpPr>
            <p:nvPr/>
          </p:nvCxnSpPr>
          <p:spPr bwMode="auto">
            <a:xfrm>
              <a:off x="4055861" y="3068960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Box 13"/>
            <p:cNvSpPr txBox="1">
              <a:spLocks noChangeArrowheads="1"/>
            </p:cNvSpPr>
            <p:nvPr/>
          </p:nvSpPr>
          <p:spPr bwMode="auto">
            <a:xfrm>
              <a:off x="3897204" y="4613066"/>
              <a:ext cx="358040" cy="399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 dirty="0">
                  <a:latin typeface="Comic Sans MS" charset="0"/>
                  <a:ea typeface="굴림" charset="-127"/>
                </a:rPr>
                <a:t>w</a:t>
              </a:r>
              <a:endParaRPr lang="ko-KR" altLang="en-US" sz="2000" b="0" i="1" baseline="30000" dirty="0">
                <a:latin typeface="Comic Sans MS" charset="0"/>
                <a:ea typeface="굴림" charset="-127"/>
              </a:endParaRPr>
            </a:p>
          </p:txBody>
        </p:sp>
      </p:grpSp>
      <p:sp>
        <p:nvSpPr>
          <p:cNvPr id="39" name="타원 38"/>
          <p:cNvSpPr>
            <a:spLocks noChangeArrowheads="1"/>
          </p:cNvSpPr>
          <p:nvPr/>
        </p:nvSpPr>
        <p:spPr bwMode="auto">
          <a:xfrm>
            <a:off x="3325590" y="3612728"/>
            <a:ext cx="71437" cy="714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텍스트 상자 39"/>
              <p:cNvSpPr txBox="1"/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1" i="0" smtClean="0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0" name="텍스트 상자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143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텍스트 상자 15"/>
              <p:cNvSpPr txBox="1"/>
              <p:nvPr/>
            </p:nvSpPr>
            <p:spPr>
              <a:xfrm>
                <a:off x="3298156" y="2127687"/>
                <a:ext cx="2210349" cy="653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0</m:t>
                              </m:r>
                            </m:sup>
                          </m:s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mr-IN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mr-IN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𝑤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6" name="텍스트 상자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156" y="2127687"/>
                <a:ext cx="2210349" cy="653705"/>
              </a:xfrm>
              <a:prstGeom prst="rect">
                <a:avLst/>
              </a:prstGeom>
              <a:blipFill rotWithShape="0">
                <a:blip r:embed="rId3"/>
                <a:stretch>
                  <a:fillRect b="-9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39"/>
          <p:cNvGrpSpPr>
            <a:grpSpLocks/>
          </p:cNvGrpSpPr>
          <p:nvPr/>
        </p:nvGrpSpPr>
        <p:grpSpPr bwMode="auto">
          <a:xfrm>
            <a:off x="3419475" y="3500090"/>
            <a:ext cx="646113" cy="2089150"/>
            <a:chOff x="3419872" y="3068960"/>
            <a:chExt cx="646278" cy="2088056"/>
          </a:xfrm>
        </p:grpSpPr>
        <p:cxnSp>
          <p:nvCxnSpPr>
            <p:cNvPr id="18" name="직선 연결선 16"/>
            <p:cNvCxnSpPr>
              <a:cxnSpLocks noChangeShapeType="1"/>
            </p:cNvCxnSpPr>
            <p:nvPr/>
          </p:nvCxnSpPr>
          <p:spPr bwMode="auto">
            <a:xfrm>
              <a:off x="3827814" y="3212976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3630193" y="4757082"/>
              <a:ext cx="435957" cy="399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 dirty="0">
                  <a:latin typeface="Comic Sans MS" charset="0"/>
                  <a:ea typeface="굴림" charset="-127"/>
                </a:rPr>
                <a:t>w</a:t>
              </a:r>
              <a:r>
                <a:rPr lang="en-US" altLang="ko-KR" sz="2000" b="0" i="1" baseline="30000" dirty="0">
                  <a:latin typeface="Comic Sans MS" charset="0"/>
                  <a:ea typeface="굴림" charset="-127"/>
                </a:rPr>
                <a:t>1</a:t>
              </a:r>
              <a:endParaRPr lang="ko-KR" altLang="en-US" sz="2000" b="0" i="1" baseline="30000" dirty="0">
                <a:latin typeface="Comic Sans MS" charset="0"/>
                <a:ea typeface="굴림" charset="-127"/>
              </a:endParaRPr>
            </a:p>
          </p:txBody>
        </p:sp>
        <p:sp>
          <p:nvSpPr>
            <p:cNvPr id="20" name="타원 28"/>
            <p:cNvSpPr>
              <a:spLocks noChangeArrowheads="1"/>
            </p:cNvSpPr>
            <p:nvPr/>
          </p:nvSpPr>
          <p:spPr bwMode="auto">
            <a:xfrm>
              <a:off x="3798962" y="3654549"/>
              <a:ext cx="72008" cy="7200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000" b="0">
                <a:latin typeface="Comic Sans MS" charset="0"/>
                <a:ea typeface="굴림" charset="-127"/>
              </a:endParaRPr>
            </a:p>
          </p:txBody>
        </p:sp>
        <p:sp>
          <p:nvSpPr>
            <p:cNvPr id="21" name="자유형 35"/>
            <p:cNvSpPr>
              <a:spLocks/>
            </p:cNvSpPr>
            <p:nvPr/>
          </p:nvSpPr>
          <p:spPr bwMode="auto">
            <a:xfrm>
              <a:off x="3419872" y="3068960"/>
              <a:ext cx="360040" cy="460375"/>
            </a:xfrm>
            <a:custGeom>
              <a:avLst/>
              <a:gdLst>
                <a:gd name="T0" fmla="*/ 0 w 476250"/>
                <a:gd name="T1" fmla="*/ 155575 h 460375"/>
                <a:gd name="T2" fmla="*/ 6024 w 476250"/>
                <a:gd name="T3" fmla="*/ 50800 h 460375"/>
                <a:gd name="T4" fmla="*/ 6883 w 476250"/>
                <a:gd name="T5" fmla="*/ 460375 h 460375"/>
                <a:gd name="T6" fmla="*/ 0 60000 65536"/>
                <a:gd name="T7" fmla="*/ 0 60000 65536"/>
                <a:gd name="T8" fmla="*/ 0 60000 65536"/>
                <a:gd name="T9" fmla="*/ 0 w 476250"/>
                <a:gd name="T10" fmla="*/ 0 h 460375"/>
                <a:gd name="T11" fmla="*/ 476250 w 476250"/>
                <a:gd name="T12" fmla="*/ 460375 h 4603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250" h="460375">
                  <a:moveTo>
                    <a:pt x="0" y="155575"/>
                  </a:moveTo>
                  <a:cubicBezTo>
                    <a:pt x="161925" y="77787"/>
                    <a:pt x="323850" y="0"/>
                    <a:pt x="400050" y="50800"/>
                  </a:cubicBezTo>
                  <a:cubicBezTo>
                    <a:pt x="476250" y="101600"/>
                    <a:pt x="466725" y="280987"/>
                    <a:pt x="457200" y="460375"/>
                  </a:cubicBezTo>
                </a:path>
              </a:pathLst>
            </a:custGeom>
            <a:noFill/>
            <a:ln w="254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427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경사면 따라 내려가기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46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기울기가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인 곳에 도달할 때까지 계속하기</a:t>
            </a:r>
          </a:p>
        </p:txBody>
      </p:sp>
      <p:cxnSp>
        <p:nvCxnSpPr>
          <p:cNvPr id="5" name="직선 화살표 연결선 4"/>
          <p:cNvCxnSpPr>
            <a:cxnSpLocks noChangeShapeType="1"/>
          </p:cNvCxnSpPr>
          <p:nvPr/>
        </p:nvCxnSpPr>
        <p:spPr bwMode="auto">
          <a:xfrm>
            <a:off x="2195290" y="5197053"/>
            <a:ext cx="48974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직선 화살표 연결선 7"/>
          <p:cNvCxnSpPr>
            <a:cxnSpLocks noChangeShapeType="1"/>
          </p:cNvCxnSpPr>
          <p:nvPr/>
        </p:nvCxnSpPr>
        <p:spPr bwMode="auto">
          <a:xfrm flipV="1">
            <a:off x="2195290" y="3180928"/>
            <a:ext cx="0" cy="20161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자유형 8"/>
          <p:cNvSpPr>
            <a:spLocks/>
          </p:cNvSpPr>
          <p:nvPr/>
        </p:nvSpPr>
        <p:spPr bwMode="auto">
          <a:xfrm>
            <a:off x="2339752" y="3374603"/>
            <a:ext cx="4619625" cy="1651000"/>
          </a:xfrm>
          <a:custGeom>
            <a:avLst/>
            <a:gdLst>
              <a:gd name="T0" fmla="*/ 0 w 4619625"/>
              <a:gd name="T1" fmla="*/ 628650 h 1651000"/>
              <a:gd name="T2" fmla="*/ 371475 w 4619625"/>
              <a:gd name="T3" fmla="*/ 361950 h 1651000"/>
              <a:gd name="T4" fmla="*/ 857250 w 4619625"/>
              <a:gd name="T5" fmla="*/ 190500 h 1651000"/>
              <a:gd name="T6" fmla="*/ 1428750 w 4619625"/>
              <a:gd name="T7" fmla="*/ 666750 h 1651000"/>
              <a:gd name="T8" fmla="*/ 2047875 w 4619625"/>
              <a:gd name="T9" fmla="*/ 952500 h 1651000"/>
              <a:gd name="T10" fmla="*/ 2476500 w 4619625"/>
              <a:gd name="T11" fmla="*/ 1409700 h 1651000"/>
              <a:gd name="T12" fmla="*/ 3038474 w 4619625"/>
              <a:gd name="T13" fmla="*/ 1628775 h 1651000"/>
              <a:gd name="T14" fmla="*/ 3457574 w 4619625"/>
              <a:gd name="T15" fmla="*/ 1543050 h 1651000"/>
              <a:gd name="T16" fmla="*/ 3619500 w 4619625"/>
              <a:gd name="T17" fmla="*/ 1038225 h 1651000"/>
              <a:gd name="T18" fmla="*/ 4229101 w 4619625"/>
              <a:gd name="T19" fmla="*/ 733425 h 1651000"/>
              <a:gd name="T20" fmla="*/ 4619625 w 4619625"/>
              <a:gd name="T21" fmla="*/ 0 h 1651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619625"/>
              <a:gd name="T34" fmla="*/ 0 h 1651000"/>
              <a:gd name="T35" fmla="*/ 4619625 w 4619625"/>
              <a:gd name="T36" fmla="*/ 1651000 h 16510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619625" h="1651000">
                <a:moveTo>
                  <a:pt x="0" y="628650"/>
                </a:moveTo>
                <a:cubicBezTo>
                  <a:pt x="114300" y="531812"/>
                  <a:pt x="228600" y="434975"/>
                  <a:pt x="371475" y="361950"/>
                </a:cubicBezTo>
                <a:cubicBezTo>
                  <a:pt x="514350" y="288925"/>
                  <a:pt x="681038" y="139700"/>
                  <a:pt x="857250" y="190500"/>
                </a:cubicBezTo>
                <a:cubicBezTo>
                  <a:pt x="1033462" y="241300"/>
                  <a:pt x="1230313" y="539750"/>
                  <a:pt x="1428750" y="666750"/>
                </a:cubicBezTo>
                <a:cubicBezTo>
                  <a:pt x="1627187" y="793750"/>
                  <a:pt x="1873250" y="828675"/>
                  <a:pt x="2047875" y="952500"/>
                </a:cubicBezTo>
                <a:cubicBezTo>
                  <a:pt x="2222500" y="1076325"/>
                  <a:pt x="2311400" y="1296987"/>
                  <a:pt x="2476500" y="1409700"/>
                </a:cubicBezTo>
                <a:cubicBezTo>
                  <a:pt x="2641600" y="1522413"/>
                  <a:pt x="2874963" y="1606550"/>
                  <a:pt x="3038475" y="1628775"/>
                </a:cubicBezTo>
                <a:cubicBezTo>
                  <a:pt x="3201987" y="1651000"/>
                  <a:pt x="3360738" y="1641475"/>
                  <a:pt x="3457575" y="1543050"/>
                </a:cubicBezTo>
                <a:cubicBezTo>
                  <a:pt x="3554412" y="1444625"/>
                  <a:pt x="3490913" y="1173163"/>
                  <a:pt x="3619500" y="1038225"/>
                </a:cubicBezTo>
                <a:cubicBezTo>
                  <a:pt x="3748088" y="903288"/>
                  <a:pt x="4062413" y="906462"/>
                  <a:pt x="4229100" y="733425"/>
                </a:cubicBezTo>
                <a:cubicBezTo>
                  <a:pt x="4395787" y="560388"/>
                  <a:pt x="4507706" y="280194"/>
                  <a:pt x="4619625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8" name="그룹 18"/>
          <p:cNvGrpSpPr>
            <a:grpSpLocks/>
          </p:cNvGrpSpPr>
          <p:nvPr/>
        </p:nvGrpSpPr>
        <p:grpSpPr bwMode="auto">
          <a:xfrm>
            <a:off x="3191139" y="3612728"/>
            <a:ext cx="359394" cy="1944668"/>
            <a:chOff x="3897204" y="3068960"/>
            <a:chExt cx="358040" cy="1944099"/>
          </a:xfrm>
        </p:grpSpPr>
        <p:cxnSp>
          <p:nvCxnSpPr>
            <p:cNvPr id="9" name="직선 연결선 12"/>
            <p:cNvCxnSpPr>
              <a:cxnSpLocks noChangeShapeType="1"/>
            </p:cNvCxnSpPr>
            <p:nvPr/>
          </p:nvCxnSpPr>
          <p:spPr bwMode="auto">
            <a:xfrm>
              <a:off x="4055861" y="3068960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Box 13"/>
            <p:cNvSpPr txBox="1">
              <a:spLocks noChangeArrowheads="1"/>
            </p:cNvSpPr>
            <p:nvPr/>
          </p:nvSpPr>
          <p:spPr bwMode="auto">
            <a:xfrm>
              <a:off x="3897204" y="4613066"/>
              <a:ext cx="358040" cy="399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 dirty="0">
                  <a:latin typeface="Comic Sans MS" charset="0"/>
                  <a:ea typeface="굴림" charset="-127"/>
                </a:rPr>
                <a:t>w</a:t>
              </a:r>
              <a:endParaRPr lang="ko-KR" altLang="en-US" sz="2000" b="0" i="1" baseline="30000" dirty="0">
                <a:latin typeface="Comic Sans MS" charset="0"/>
                <a:ea typeface="굴림" charset="-127"/>
              </a:endParaRPr>
            </a:p>
          </p:txBody>
        </p:sp>
      </p:grpSp>
      <p:sp>
        <p:nvSpPr>
          <p:cNvPr id="11" name="타원 10"/>
          <p:cNvSpPr>
            <a:spLocks noChangeArrowheads="1"/>
          </p:cNvSpPr>
          <p:nvPr/>
        </p:nvSpPr>
        <p:spPr bwMode="auto">
          <a:xfrm>
            <a:off x="3325590" y="3612728"/>
            <a:ext cx="71437" cy="714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charset="0"/>
              <a:ea typeface="굴림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텍스트 상자 11"/>
              <p:cNvSpPr txBox="1"/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1" i="0" smtClean="0">
                              <a:latin typeface="Cambria Math" charset="0"/>
                            </a:rPr>
                            <m:t>𝐰</m:t>
                          </m:r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2" name="텍스트 상자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8" y="3181053"/>
                <a:ext cx="594971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143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텍스트 상자 12"/>
              <p:cNvSpPr txBox="1"/>
              <p:nvPr/>
            </p:nvSpPr>
            <p:spPr>
              <a:xfrm>
                <a:off x="3298156" y="2127687"/>
                <a:ext cx="2395784" cy="653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mr-IN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mr-IN" altLang="ko-KR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𝑤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b="0" i="1" smtClean="0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텍스트 상자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156" y="2127687"/>
                <a:ext cx="2395784" cy="653705"/>
              </a:xfrm>
              <a:prstGeom prst="rect">
                <a:avLst/>
              </a:prstGeom>
              <a:blipFill rotWithShape="0">
                <a:blip r:embed="rId3"/>
                <a:stretch>
                  <a:fillRect b="-9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39"/>
          <p:cNvGrpSpPr>
            <a:grpSpLocks/>
          </p:cNvGrpSpPr>
          <p:nvPr/>
        </p:nvGrpSpPr>
        <p:grpSpPr bwMode="auto">
          <a:xfrm>
            <a:off x="3419475" y="3500090"/>
            <a:ext cx="646113" cy="2089150"/>
            <a:chOff x="3419872" y="3068960"/>
            <a:chExt cx="646278" cy="2088056"/>
          </a:xfrm>
        </p:grpSpPr>
        <p:cxnSp>
          <p:nvCxnSpPr>
            <p:cNvPr id="15" name="직선 연결선 16"/>
            <p:cNvCxnSpPr>
              <a:cxnSpLocks noChangeShapeType="1"/>
            </p:cNvCxnSpPr>
            <p:nvPr/>
          </p:nvCxnSpPr>
          <p:spPr bwMode="auto">
            <a:xfrm>
              <a:off x="3827814" y="3212976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Box 18"/>
            <p:cNvSpPr txBox="1">
              <a:spLocks noChangeArrowheads="1"/>
            </p:cNvSpPr>
            <p:nvPr/>
          </p:nvSpPr>
          <p:spPr bwMode="auto">
            <a:xfrm>
              <a:off x="3630193" y="4757082"/>
              <a:ext cx="435957" cy="399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 dirty="0">
                  <a:latin typeface="Comic Sans MS" charset="0"/>
                  <a:ea typeface="굴림" charset="-127"/>
                </a:rPr>
                <a:t>w</a:t>
              </a:r>
              <a:r>
                <a:rPr lang="en-US" altLang="ko-KR" sz="2000" b="0" i="1" baseline="30000" dirty="0">
                  <a:latin typeface="Comic Sans MS" charset="0"/>
                  <a:ea typeface="굴림" charset="-127"/>
                </a:rPr>
                <a:t>1</a:t>
              </a:r>
              <a:endParaRPr lang="ko-KR" altLang="en-US" sz="2000" b="0" i="1" baseline="30000" dirty="0">
                <a:latin typeface="Comic Sans MS" charset="0"/>
                <a:ea typeface="굴림" charset="-127"/>
              </a:endParaRPr>
            </a:p>
          </p:txBody>
        </p:sp>
        <p:sp>
          <p:nvSpPr>
            <p:cNvPr id="17" name="타원 28"/>
            <p:cNvSpPr>
              <a:spLocks noChangeArrowheads="1"/>
            </p:cNvSpPr>
            <p:nvPr/>
          </p:nvSpPr>
          <p:spPr bwMode="auto">
            <a:xfrm>
              <a:off x="3798962" y="3654549"/>
              <a:ext cx="72008" cy="7200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000" b="0">
                <a:latin typeface="Comic Sans MS" charset="0"/>
                <a:ea typeface="굴림" charset="-127"/>
              </a:endParaRPr>
            </a:p>
          </p:txBody>
        </p:sp>
        <p:sp>
          <p:nvSpPr>
            <p:cNvPr id="18" name="자유형 35"/>
            <p:cNvSpPr>
              <a:spLocks/>
            </p:cNvSpPr>
            <p:nvPr/>
          </p:nvSpPr>
          <p:spPr bwMode="auto">
            <a:xfrm>
              <a:off x="3419872" y="3068960"/>
              <a:ext cx="360040" cy="460375"/>
            </a:xfrm>
            <a:custGeom>
              <a:avLst/>
              <a:gdLst>
                <a:gd name="T0" fmla="*/ 0 w 476250"/>
                <a:gd name="T1" fmla="*/ 155575 h 460375"/>
                <a:gd name="T2" fmla="*/ 6024 w 476250"/>
                <a:gd name="T3" fmla="*/ 50800 h 460375"/>
                <a:gd name="T4" fmla="*/ 6883 w 476250"/>
                <a:gd name="T5" fmla="*/ 460375 h 460375"/>
                <a:gd name="T6" fmla="*/ 0 60000 65536"/>
                <a:gd name="T7" fmla="*/ 0 60000 65536"/>
                <a:gd name="T8" fmla="*/ 0 60000 65536"/>
                <a:gd name="T9" fmla="*/ 0 w 476250"/>
                <a:gd name="T10" fmla="*/ 0 h 460375"/>
                <a:gd name="T11" fmla="*/ 476250 w 476250"/>
                <a:gd name="T12" fmla="*/ 460375 h 4603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250" h="460375">
                  <a:moveTo>
                    <a:pt x="0" y="155575"/>
                  </a:moveTo>
                  <a:cubicBezTo>
                    <a:pt x="161925" y="77787"/>
                    <a:pt x="323850" y="0"/>
                    <a:pt x="400050" y="50800"/>
                  </a:cubicBezTo>
                  <a:cubicBezTo>
                    <a:pt x="476250" y="101600"/>
                    <a:pt x="466725" y="280987"/>
                    <a:pt x="457200" y="460375"/>
                  </a:cubicBezTo>
                </a:path>
              </a:pathLst>
            </a:custGeom>
            <a:noFill/>
            <a:ln w="254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ko-KR" altLang="en-US"/>
            </a:p>
          </p:txBody>
        </p:sp>
      </p:grpSp>
      <p:grpSp>
        <p:nvGrpSpPr>
          <p:cNvPr id="19" name="그룹 40"/>
          <p:cNvGrpSpPr>
            <a:grpSpLocks/>
          </p:cNvGrpSpPr>
          <p:nvPr/>
        </p:nvGrpSpPr>
        <p:grpSpPr bwMode="auto">
          <a:xfrm>
            <a:off x="3924300" y="3644552"/>
            <a:ext cx="515938" cy="1944688"/>
            <a:chOff x="3923928" y="3212976"/>
            <a:chExt cx="516456" cy="1944119"/>
          </a:xfrm>
        </p:grpSpPr>
        <p:cxnSp>
          <p:nvCxnSpPr>
            <p:cNvPr id="20" name="직선 연결선 20"/>
            <p:cNvCxnSpPr>
              <a:cxnSpLocks noChangeShapeType="1"/>
            </p:cNvCxnSpPr>
            <p:nvPr/>
          </p:nvCxnSpPr>
          <p:spPr bwMode="auto">
            <a:xfrm>
              <a:off x="4187854" y="3212976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Box 21"/>
            <p:cNvSpPr txBox="1">
              <a:spLocks noChangeArrowheads="1"/>
            </p:cNvSpPr>
            <p:nvPr/>
          </p:nvSpPr>
          <p:spPr bwMode="auto">
            <a:xfrm>
              <a:off x="3976042" y="4757082"/>
              <a:ext cx="464342" cy="4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>
                  <a:latin typeface="Comic Sans MS" charset="0"/>
                  <a:ea typeface="굴림" charset="-127"/>
                </a:rPr>
                <a:t>w</a:t>
              </a:r>
              <a:r>
                <a:rPr lang="en-US" altLang="ko-KR" sz="2000" b="0" i="1" baseline="30000">
                  <a:latin typeface="Comic Sans MS" charset="0"/>
                  <a:ea typeface="굴림" charset="-127"/>
                </a:rPr>
                <a:t>2</a:t>
              </a:r>
              <a:endParaRPr lang="ko-KR" altLang="en-US" sz="2000" b="0" i="1" baseline="30000">
                <a:latin typeface="Comic Sans MS" charset="0"/>
                <a:ea typeface="굴림" charset="-127"/>
              </a:endParaRPr>
            </a:p>
          </p:txBody>
        </p:sp>
        <p:sp>
          <p:nvSpPr>
            <p:cNvPr id="22" name="타원 29"/>
            <p:cNvSpPr>
              <a:spLocks noChangeArrowheads="1"/>
            </p:cNvSpPr>
            <p:nvPr/>
          </p:nvSpPr>
          <p:spPr bwMode="auto">
            <a:xfrm>
              <a:off x="4168527" y="3797424"/>
              <a:ext cx="72008" cy="7200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000" b="0">
                <a:latin typeface="Comic Sans MS" charset="0"/>
                <a:ea typeface="굴림" charset="-127"/>
              </a:endParaRPr>
            </a:p>
          </p:txBody>
        </p:sp>
        <p:sp>
          <p:nvSpPr>
            <p:cNvPr id="23" name="자유형 36"/>
            <p:cNvSpPr>
              <a:spLocks/>
            </p:cNvSpPr>
            <p:nvPr/>
          </p:nvSpPr>
          <p:spPr bwMode="auto">
            <a:xfrm>
              <a:off x="3923928" y="3356992"/>
              <a:ext cx="288032" cy="388367"/>
            </a:xfrm>
            <a:custGeom>
              <a:avLst/>
              <a:gdLst>
                <a:gd name="T0" fmla="*/ 0 w 476250"/>
                <a:gd name="T1" fmla="*/ 12131 h 460375"/>
                <a:gd name="T2" fmla="*/ 212 w 476250"/>
                <a:gd name="T3" fmla="*/ 3961 h 460375"/>
                <a:gd name="T4" fmla="*/ 242 w 476250"/>
                <a:gd name="T5" fmla="*/ 35898 h 460375"/>
                <a:gd name="T6" fmla="*/ 0 60000 65536"/>
                <a:gd name="T7" fmla="*/ 0 60000 65536"/>
                <a:gd name="T8" fmla="*/ 0 60000 65536"/>
                <a:gd name="T9" fmla="*/ 0 w 476250"/>
                <a:gd name="T10" fmla="*/ 0 h 460375"/>
                <a:gd name="T11" fmla="*/ 476250 w 476250"/>
                <a:gd name="T12" fmla="*/ 460375 h 4603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250" h="460375">
                  <a:moveTo>
                    <a:pt x="0" y="155575"/>
                  </a:moveTo>
                  <a:cubicBezTo>
                    <a:pt x="161925" y="77787"/>
                    <a:pt x="323850" y="0"/>
                    <a:pt x="400050" y="50800"/>
                  </a:cubicBezTo>
                  <a:cubicBezTo>
                    <a:pt x="476250" y="101600"/>
                    <a:pt x="466725" y="280987"/>
                    <a:pt x="457200" y="460375"/>
                  </a:cubicBezTo>
                </a:path>
              </a:pathLst>
            </a:custGeom>
            <a:noFill/>
            <a:ln w="254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ko-KR" altLang="en-US"/>
            </a:p>
          </p:txBody>
        </p:sp>
      </p:grpSp>
      <p:grpSp>
        <p:nvGrpSpPr>
          <p:cNvPr id="24" name="그룹 41"/>
          <p:cNvGrpSpPr>
            <a:grpSpLocks/>
          </p:cNvGrpSpPr>
          <p:nvPr/>
        </p:nvGrpSpPr>
        <p:grpSpPr bwMode="auto">
          <a:xfrm>
            <a:off x="4356100" y="3644552"/>
            <a:ext cx="515938" cy="1944688"/>
            <a:chOff x="4355976" y="3212976"/>
            <a:chExt cx="516456" cy="1944119"/>
          </a:xfrm>
        </p:grpSpPr>
        <p:cxnSp>
          <p:nvCxnSpPr>
            <p:cNvPr id="25" name="직선 연결선 23"/>
            <p:cNvCxnSpPr>
              <a:cxnSpLocks noChangeShapeType="1"/>
            </p:cNvCxnSpPr>
            <p:nvPr/>
          </p:nvCxnSpPr>
          <p:spPr bwMode="auto">
            <a:xfrm>
              <a:off x="4619902" y="3212976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24"/>
            <p:cNvSpPr txBox="1">
              <a:spLocks noChangeArrowheads="1"/>
            </p:cNvSpPr>
            <p:nvPr/>
          </p:nvSpPr>
          <p:spPr bwMode="auto">
            <a:xfrm>
              <a:off x="4408090" y="4757082"/>
              <a:ext cx="464342" cy="4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>
                  <a:latin typeface="Comic Sans MS" charset="0"/>
                  <a:ea typeface="굴림" charset="-127"/>
                </a:rPr>
                <a:t>w</a:t>
              </a:r>
              <a:r>
                <a:rPr lang="en-US" altLang="ko-KR" sz="2000" b="0" i="1" baseline="30000">
                  <a:latin typeface="Comic Sans MS" charset="0"/>
                  <a:ea typeface="굴림" charset="-127"/>
                </a:rPr>
                <a:t>3</a:t>
              </a:r>
              <a:endParaRPr lang="ko-KR" altLang="en-US" sz="2000" b="0" i="1" baseline="30000">
                <a:latin typeface="Comic Sans MS" charset="0"/>
                <a:ea typeface="굴림" charset="-127"/>
              </a:endParaRPr>
            </a:p>
          </p:txBody>
        </p:sp>
        <p:sp>
          <p:nvSpPr>
            <p:cNvPr id="27" name="타원 30"/>
            <p:cNvSpPr>
              <a:spLocks noChangeArrowheads="1"/>
            </p:cNvSpPr>
            <p:nvPr/>
          </p:nvSpPr>
          <p:spPr bwMode="auto">
            <a:xfrm>
              <a:off x="4591050" y="4149080"/>
              <a:ext cx="72008" cy="7200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000" b="0">
                <a:latin typeface="Comic Sans MS" charset="0"/>
                <a:ea typeface="굴림" charset="-127"/>
              </a:endParaRPr>
            </a:p>
          </p:txBody>
        </p:sp>
        <p:sp>
          <p:nvSpPr>
            <p:cNvPr id="28" name="자유형 37"/>
            <p:cNvSpPr>
              <a:spLocks/>
            </p:cNvSpPr>
            <p:nvPr/>
          </p:nvSpPr>
          <p:spPr bwMode="auto">
            <a:xfrm>
              <a:off x="4355976" y="3645024"/>
              <a:ext cx="288032" cy="388367"/>
            </a:xfrm>
            <a:custGeom>
              <a:avLst/>
              <a:gdLst>
                <a:gd name="T0" fmla="*/ 0 w 476250"/>
                <a:gd name="T1" fmla="*/ 12131 h 460375"/>
                <a:gd name="T2" fmla="*/ 212 w 476250"/>
                <a:gd name="T3" fmla="*/ 3961 h 460375"/>
                <a:gd name="T4" fmla="*/ 242 w 476250"/>
                <a:gd name="T5" fmla="*/ 35898 h 460375"/>
                <a:gd name="T6" fmla="*/ 0 60000 65536"/>
                <a:gd name="T7" fmla="*/ 0 60000 65536"/>
                <a:gd name="T8" fmla="*/ 0 60000 65536"/>
                <a:gd name="T9" fmla="*/ 0 w 476250"/>
                <a:gd name="T10" fmla="*/ 0 h 460375"/>
                <a:gd name="T11" fmla="*/ 476250 w 476250"/>
                <a:gd name="T12" fmla="*/ 460375 h 4603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250" h="460375">
                  <a:moveTo>
                    <a:pt x="0" y="155575"/>
                  </a:moveTo>
                  <a:cubicBezTo>
                    <a:pt x="161925" y="77787"/>
                    <a:pt x="323850" y="0"/>
                    <a:pt x="400050" y="50800"/>
                  </a:cubicBezTo>
                  <a:cubicBezTo>
                    <a:pt x="476250" y="101600"/>
                    <a:pt x="466725" y="280987"/>
                    <a:pt x="457200" y="460375"/>
                  </a:cubicBezTo>
                </a:path>
              </a:pathLst>
            </a:custGeom>
            <a:noFill/>
            <a:ln w="254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ko-KR" altLang="en-US"/>
            </a:p>
          </p:txBody>
        </p:sp>
      </p:grpSp>
      <p:grpSp>
        <p:nvGrpSpPr>
          <p:cNvPr id="29" name="그룹 42"/>
          <p:cNvGrpSpPr>
            <a:grpSpLocks/>
          </p:cNvGrpSpPr>
          <p:nvPr/>
        </p:nvGrpSpPr>
        <p:grpSpPr bwMode="auto">
          <a:xfrm>
            <a:off x="4716463" y="3644552"/>
            <a:ext cx="731837" cy="1944688"/>
            <a:chOff x="4716016" y="3212976"/>
            <a:chExt cx="732406" cy="1944119"/>
          </a:xfrm>
        </p:grpSpPr>
        <p:cxnSp>
          <p:nvCxnSpPr>
            <p:cNvPr id="30" name="직선 연결선 26"/>
            <p:cNvCxnSpPr>
              <a:cxnSpLocks noChangeShapeType="1"/>
            </p:cNvCxnSpPr>
            <p:nvPr/>
          </p:nvCxnSpPr>
          <p:spPr bwMode="auto">
            <a:xfrm>
              <a:off x="5195966" y="3212976"/>
              <a:ext cx="0" cy="1584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27"/>
            <p:cNvSpPr txBox="1">
              <a:spLocks noChangeArrowheads="1"/>
            </p:cNvSpPr>
            <p:nvPr/>
          </p:nvSpPr>
          <p:spPr bwMode="auto">
            <a:xfrm>
              <a:off x="4984226" y="4757082"/>
              <a:ext cx="464196" cy="4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i="1">
                  <a:latin typeface="Comic Sans MS" charset="0"/>
                  <a:ea typeface="굴림" charset="-127"/>
                </a:rPr>
                <a:t>w</a:t>
              </a:r>
              <a:r>
                <a:rPr lang="en-US" altLang="ko-KR" sz="2000" b="0" i="1" baseline="30000">
                  <a:latin typeface="Comic Sans MS" charset="0"/>
                  <a:ea typeface="굴림" charset="-127"/>
                </a:rPr>
                <a:t>4</a:t>
              </a:r>
              <a:endParaRPr lang="ko-KR" altLang="en-US" sz="2000" b="0" i="1" baseline="30000">
                <a:latin typeface="Comic Sans MS" charset="0"/>
                <a:ea typeface="굴림" charset="-127"/>
              </a:endParaRPr>
            </a:p>
          </p:txBody>
        </p:sp>
        <p:sp>
          <p:nvSpPr>
            <p:cNvPr id="32" name="타원 31"/>
            <p:cNvSpPr>
              <a:spLocks noChangeArrowheads="1"/>
            </p:cNvSpPr>
            <p:nvPr/>
          </p:nvSpPr>
          <p:spPr bwMode="auto">
            <a:xfrm>
              <a:off x="5176639" y="4518645"/>
              <a:ext cx="72008" cy="7200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000" b="0">
                <a:latin typeface="Comic Sans MS" charset="0"/>
                <a:ea typeface="굴림" charset="-127"/>
              </a:endParaRPr>
            </a:p>
          </p:txBody>
        </p:sp>
        <p:sp>
          <p:nvSpPr>
            <p:cNvPr id="33" name="자유형 38"/>
            <p:cNvSpPr>
              <a:spLocks/>
            </p:cNvSpPr>
            <p:nvPr/>
          </p:nvSpPr>
          <p:spPr bwMode="auto">
            <a:xfrm>
              <a:off x="4716016" y="4005064"/>
              <a:ext cx="432048" cy="388367"/>
            </a:xfrm>
            <a:custGeom>
              <a:avLst/>
              <a:gdLst>
                <a:gd name="T0" fmla="*/ 0 w 476250"/>
                <a:gd name="T1" fmla="*/ 12131 h 460375"/>
                <a:gd name="T2" fmla="*/ 92805 w 476250"/>
                <a:gd name="T3" fmla="*/ 3961 h 460375"/>
                <a:gd name="T4" fmla="*/ 106062 w 476250"/>
                <a:gd name="T5" fmla="*/ 35898 h 460375"/>
                <a:gd name="T6" fmla="*/ 0 60000 65536"/>
                <a:gd name="T7" fmla="*/ 0 60000 65536"/>
                <a:gd name="T8" fmla="*/ 0 60000 65536"/>
                <a:gd name="T9" fmla="*/ 0 w 476250"/>
                <a:gd name="T10" fmla="*/ 0 h 460375"/>
                <a:gd name="T11" fmla="*/ 476250 w 476250"/>
                <a:gd name="T12" fmla="*/ 460375 h 4603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6250" h="460375">
                  <a:moveTo>
                    <a:pt x="0" y="155575"/>
                  </a:moveTo>
                  <a:cubicBezTo>
                    <a:pt x="161925" y="77787"/>
                    <a:pt x="323850" y="0"/>
                    <a:pt x="400050" y="50800"/>
                  </a:cubicBezTo>
                  <a:cubicBezTo>
                    <a:pt x="476250" y="101600"/>
                    <a:pt x="466725" y="280987"/>
                    <a:pt x="457200" y="460375"/>
                  </a:cubicBezTo>
                </a:path>
              </a:pathLst>
            </a:custGeom>
            <a:noFill/>
            <a:ln w="254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43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Gradient Descent Method</a:t>
            </a:r>
            <a:endParaRPr lang="ko-KR" altLang="en-US"/>
          </a:p>
        </p:txBody>
      </p:sp>
      <p:sp>
        <p:nvSpPr>
          <p:cNvPr id="1024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Steps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7204075" y="638175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F998F4-C0CC-6544-AB17-8F0801AB3325}" type="slidenum">
              <a:rPr lang="en-US" altLang="ko-KR" sz="1400" b="0">
                <a:latin typeface="굴림" charset="-127"/>
                <a:ea typeface="굴림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ko-KR" sz="1400" b="0">
              <a:latin typeface="굴림" charset="-127"/>
              <a:ea typeface="굴림" charset="-127"/>
            </a:endParaRP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619250" y="2073275"/>
            <a:ext cx="5976938" cy="22467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spcBef>
                <a:spcPts val="1200"/>
              </a:spcBef>
              <a:defRPr/>
            </a:pPr>
            <a:r>
              <a:rPr lang="en-US" altLang="ko-KR" sz="2000" dirty="0">
                <a:latin typeface="Comic Sans MS" panose="030F0702030302020204" pitchFamily="66" charset="0"/>
                <a:ea typeface="굴림" panose="020B0600000101010101" pitchFamily="50" charset="-127"/>
              </a:rPr>
              <a:t>Randomly choose an initial solution, </a:t>
            </a:r>
            <a:endParaRPr lang="en-US" altLang="ko-KR" sz="2000" i="1" dirty="0">
              <a:latin typeface="Comic Sans MS" panose="030F0702030302020204" pitchFamily="66" charset="0"/>
              <a:ea typeface="굴림" panose="020B0600000101010101" pitchFamily="50" charset="-127"/>
            </a:endParaRPr>
          </a:p>
          <a:p>
            <a:pPr eaLnBrk="1" latinLnBrk="1" hangingPunct="1">
              <a:spcBef>
                <a:spcPts val="1200"/>
              </a:spcBef>
              <a:defRPr/>
            </a:pPr>
            <a:r>
              <a:rPr lang="en-US" altLang="ko-KR" sz="2000" dirty="0">
                <a:latin typeface="Comic Sans MS" panose="030F0702030302020204" pitchFamily="66" charset="0"/>
                <a:ea typeface="굴림" panose="020B0600000101010101" pitchFamily="50" charset="-127"/>
              </a:rPr>
              <a:t>Repeat</a:t>
            </a:r>
          </a:p>
          <a:p>
            <a:pPr eaLnBrk="1" latinLnBrk="1" hangingPunct="1">
              <a:spcBef>
                <a:spcPts val="1200"/>
              </a:spcBef>
              <a:defRPr/>
            </a:pPr>
            <a:endParaRPr lang="en-US" altLang="ko-KR" sz="2000" dirty="0">
              <a:latin typeface="Comic Sans MS" panose="030F0702030302020204" pitchFamily="66" charset="0"/>
              <a:ea typeface="굴림" panose="020B0600000101010101" pitchFamily="50" charset="-127"/>
            </a:endParaRPr>
          </a:p>
          <a:p>
            <a:pPr eaLnBrk="1" latinLnBrk="1" hangingPunct="1">
              <a:spcBef>
                <a:spcPts val="1200"/>
              </a:spcBef>
              <a:defRPr/>
            </a:pPr>
            <a:endParaRPr lang="en-US" altLang="ko-KR" sz="2000" dirty="0">
              <a:latin typeface="Comic Sans MS" panose="030F0702030302020204" pitchFamily="66" charset="0"/>
              <a:ea typeface="굴림" panose="020B0600000101010101" pitchFamily="50" charset="-127"/>
            </a:endParaRPr>
          </a:p>
          <a:p>
            <a:pPr eaLnBrk="1" latinLnBrk="1" hangingPunct="1">
              <a:spcBef>
                <a:spcPts val="1200"/>
              </a:spcBef>
              <a:defRPr/>
            </a:pPr>
            <a:r>
              <a:rPr lang="en-US" altLang="ko-KR" sz="2000" dirty="0">
                <a:latin typeface="Comic Sans MS" panose="030F0702030302020204" pitchFamily="66" charset="0"/>
                <a:ea typeface="굴림" panose="020B0600000101010101" pitchFamily="50" charset="-127"/>
              </a:rPr>
              <a:t>Until stopping condition is satisfied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514152" y="1361439"/>
            <a:ext cx="1895475" cy="2103440"/>
            <a:chOff x="3516" y="2877"/>
            <a:chExt cx="1194" cy="1325"/>
          </a:xfrm>
        </p:grpSpPr>
        <p:sp>
          <p:nvSpPr>
            <p:cNvPr id="10253" name="Oval 13"/>
            <p:cNvSpPr>
              <a:spLocks noChangeArrowheads="1"/>
            </p:cNvSpPr>
            <p:nvPr/>
          </p:nvSpPr>
          <p:spPr bwMode="auto">
            <a:xfrm>
              <a:off x="3516" y="3975"/>
              <a:ext cx="227" cy="22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000" b="0">
                <a:latin typeface="Comic Sans MS" charset="0"/>
                <a:ea typeface="굴림" charset="-127"/>
              </a:endParaRPr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 flipV="1">
              <a:off x="3689" y="3108"/>
              <a:ext cx="317" cy="86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255" name="Text Box 15"/>
            <p:cNvSpPr txBox="1">
              <a:spLocks noChangeArrowheads="1"/>
            </p:cNvSpPr>
            <p:nvPr/>
          </p:nvSpPr>
          <p:spPr bwMode="auto">
            <a:xfrm>
              <a:off x="3756" y="2877"/>
              <a:ext cx="9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000" b="0" dirty="0">
                  <a:latin typeface="Comic Sans MS" charset="0"/>
                  <a:ea typeface="굴림" charset="-127"/>
                </a:rPr>
                <a:t>learning rate</a:t>
              </a:r>
            </a:p>
          </p:txBody>
        </p:sp>
      </p:grpSp>
      <p:graphicFrame>
        <p:nvGraphicFramePr>
          <p:cNvPr id="10248" name="Object 6"/>
          <p:cNvGraphicFramePr>
            <a:graphicFrameLocks noChangeAspect="1"/>
          </p:cNvGraphicFramePr>
          <p:nvPr/>
        </p:nvGraphicFramePr>
        <p:xfrm>
          <a:off x="5902325" y="1989138"/>
          <a:ext cx="5016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수식" r:id="rId3" imgW="203024" imgH="203024" progId="Equation.3">
                  <p:embed/>
                </p:oleObj>
              </mc:Choice>
              <mc:Fallback>
                <p:oleObj name="수식" r:id="rId3" imgW="203024" imgH="203024" progId="Equation.3">
                  <p:embed/>
                  <p:pic>
                    <p:nvPicPr>
                      <p:cNvPr id="1024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325" y="1989138"/>
                        <a:ext cx="5016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38"/>
          <p:cNvGrpSpPr>
            <a:grpSpLocks/>
          </p:cNvGrpSpPr>
          <p:nvPr/>
        </p:nvGrpSpPr>
        <p:grpSpPr bwMode="auto">
          <a:xfrm>
            <a:off x="2268538" y="3933825"/>
            <a:ext cx="5151437" cy="2024063"/>
            <a:chOff x="2699792" y="3212976"/>
            <a:chExt cx="5151262" cy="2023722"/>
          </a:xfrm>
        </p:grpSpPr>
        <p:sp>
          <p:nvSpPr>
            <p:cNvPr id="10250" name="타원 33"/>
            <p:cNvSpPr>
              <a:spLocks noChangeArrowheads="1"/>
            </p:cNvSpPr>
            <p:nvPr/>
          </p:nvSpPr>
          <p:spPr bwMode="auto">
            <a:xfrm>
              <a:off x="2699792" y="3212976"/>
              <a:ext cx="2304256" cy="432048"/>
            </a:xfrm>
            <a:prstGeom prst="ellipse">
              <a:avLst/>
            </a:prstGeom>
            <a:solidFill>
              <a:srgbClr val="FFC000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000" b="0">
                <a:latin typeface="Comic Sans MS" charset="0"/>
                <a:ea typeface="굴림" charset="-127"/>
              </a:endParaRPr>
            </a:p>
          </p:txBody>
        </p:sp>
        <p:sp>
          <p:nvSpPr>
            <p:cNvPr id="10251" name="Text Box 15"/>
            <p:cNvSpPr txBox="1">
              <a:spLocks noChangeArrowheads="1"/>
            </p:cNvSpPr>
            <p:nvPr/>
          </p:nvSpPr>
          <p:spPr bwMode="auto">
            <a:xfrm>
              <a:off x="4283968" y="4221088"/>
              <a:ext cx="3567086" cy="101561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rgbClr val="0066CC"/>
                </a:buClr>
                <a:buFont typeface="Wingdings" charset="2"/>
                <a:buChar char="§"/>
                <a:defRPr kumimoji="1" sz="2400" b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0066CC"/>
                </a:buClr>
                <a:buChar char="–"/>
                <a:defRPr kumimoji="1" sz="20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66CC"/>
                </a:buClr>
                <a:buChar char="•"/>
                <a:defRPr kumimoji="1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66CC"/>
                </a:buClr>
                <a:buChar char="»"/>
                <a:defRPr kumimoji="1" sz="16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CC"/>
                </a:buClr>
                <a:buChar char="­"/>
                <a:defRPr kumimoji="1" sz="1400">
                  <a:solidFill>
                    <a:schemeClr val="tx1"/>
                  </a:solidFill>
                  <a:latin typeface="Tahoma" charset="0"/>
                  <a:ea typeface="새굴림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Char char="-"/>
              </a:pPr>
              <a:r>
                <a:rPr lang="en-US" altLang="ko-KR" sz="2000" b="0">
                  <a:latin typeface="Comic Sans MS" charset="0"/>
                  <a:ea typeface="굴림" charset="-127"/>
                </a:rPr>
                <a:t> |</a:t>
              </a:r>
              <a:r>
                <a:rPr lang="en-US" altLang="ko-KR" sz="2000" b="0" i="1">
                  <a:latin typeface="Comic Sans MS" charset="0"/>
                  <a:ea typeface="굴림" charset="-127"/>
                </a:rPr>
                <a:t>w</a:t>
              </a:r>
              <a:r>
                <a:rPr lang="en-US" altLang="ko-KR" sz="2000" b="0" i="1" baseline="30000">
                  <a:latin typeface="Comic Sans MS" charset="0"/>
                  <a:ea typeface="굴림" charset="-127"/>
                </a:rPr>
                <a:t>t+1</a:t>
              </a:r>
              <a:r>
                <a:rPr lang="en-US" altLang="ko-KR" sz="2000" b="0">
                  <a:latin typeface="Comic Sans MS" charset="0"/>
                  <a:ea typeface="굴림" charset="-127"/>
                </a:rPr>
                <a:t> - </a:t>
              </a:r>
              <a:r>
                <a:rPr lang="en-US" altLang="ko-KR" sz="2000" b="0" i="1">
                  <a:latin typeface="Comic Sans MS" charset="0"/>
                  <a:ea typeface="굴림" charset="-127"/>
                </a:rPr>
                <a:t>w</a:t>
              </a:r>
              <a:r>
                <a:rPr lang="en-US" altLang="ko-KR" sz="2000" b="0" i="1" baseline="30000">
                  <a:latin typeface="Comic Sans MS" charset="0"/>
                  <a:ea typeface="굴림" charset="-127"/>
                </a:rPr>
                <a:t>t</a:t>
              </a:r>
              <a:r>
                <a:rPr lang="en-US" altLang="ko-KR" sz="2000" b="0">
                  <a:latin typeface="Comic Sans MS" charset="0"/>
                  <a:ea typeface="굴림" charset="-127"/>
                </a:rPr>
                <a:t>|is very small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Char char="-"/>
              </a:pPr>
              <a:r>
                <a:rPr lang="en-US" altLang="ko-KR" sz="2000" b="0">
                  <a:latin typeface="Comic Sans MS" charset="0"/>
                  <a:ea typeface="굴림" charset="-127"/>
                </a:rPr>
                <a:t> f(w) little moves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Char char="-"/>
              </a:pPr>
              <a:r>
                <a:rPr lang="en-US" altLang="ko-KR" sz="2000" b="0">
                  <a:latin typeface="Comic Sans MS" charset="0"/>
                  <a:ea typeface="굴림" charset="-127"/>
                </a:rPr>
                <a:t> fixed number of iterations</a:t>
              </a:r>
            </a:p>
          </p:txBody>
        </p:sp>
        <p:cxnSp>
          <p:nvCxnSpPr>
            <p:cNvPr id="10252" name="직선 화살표 연결선 36"/>
            <p:cNvCxnSpPr>
              <a:cxnSpLocks noChangeShapeType="1"/>
              <a:stCxn id="10250" idx="4"/>
              <a:endCxn id="10251" idx="1"/>
            </p:cNvCxnSpPr>
            <p:nvPr/>
          </p:nvCxnSpPr>
          <p:spPr bwMode="auto">
            <a:xfrm>
              <a:off x="3851920" y="3645024"/>
              <a:ext cx="432047" cy="108386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텍스트 상자 15"/>
              <p:cNvSpPr txBox="1"/>
              <p:nvPr/>
            </p:nvSpPr>
            <p:spPr>
              <a:xfrm>
                <a:off x="2578129" y="2753904"/>
                <a:ext cx="3825471" cy="10168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8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sz="2800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kumimoji="1" lang="en-US" altLang="ko-KR" sz="2800" b="0" i="1" smtClean="0">
                                  <a:latin typeface="Cambria Math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kumimoji="1" lang="en-US" altLang="ko-KR" sz="2800" b="0" i="1" smtClean="0">
                              <a:latin typeface="Cambria Math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8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sz="2800" b="0" i="1" smtClean="0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𝑑</m:t>
                                  </m:r>
                                  <m:r>
                                    <a:rPr kumimoji="1" lang="en-US" altLang="ko-KR" sz="2800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en-US" altLang="ko-KR" sz="28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𝑑</m:t>
                                  </m:r>
                                  <m:r>
                                    <a:rPr lang="en-US" altLang="ko-KR" sz="2800" b="0" i="1" smtClean="0">
                                      <a:latin typeface="Cambria Math" charset="0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ko-KR" sz="2800" b="0" i="1" smtClean="0">
                              <a:latin typeface="Cambria Math" charset="0"/>
                            </a:rPr>
                            <m:t>𝑤</m:t>
                          </m:r>
                          <m:r>
                            <a:rPr kumimoji="1" lang="en-US" altLang="ko-KR" sz="2800" b="0" i="1" smtClean="0">
                              <a:latin typeface="Cambria Math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sz="2800" b="0" i="1" smtClean="0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kumimoji="1" lang="ko-KR" altLang="en-US" sz="2800" dirty="0"/>
              </a:p>
            </p:txBody>
          </p:sp>
        </mc:Choice>
        <mc:Fallback xmlns="">
          <p:sp>
            <p:nvSpPr>
              <p:cNvPr id="16" name="텍스트 상자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129" y="2753904"/>
                <a:ext cx="3825471" cy="101681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9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Gradient Descent Method</a:t>
            </a:r>
            <a:endParaRPr lang="ko-KR" altLang="en-US"/>
          </a:p>
        </p:txBody>
      </p:sp>
      <p:sp>
        <p:nvSpPr>
          <p:cNvPr id="1024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다차원인 경우 각 변수에 대해서 진행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7204075" y="638175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charset="2"/>
              <a:buChar char="§"/>
              <a:defRPr kumimoji="1" sz="2400" b="1">
                <a:solidFill>
                  <a:schemeClr val="tx1"/>
                </a:solidFill>
                <a:latin typeface="Tahoma" charset="0"/>
                <a:ea typeface="새굴림" charset="0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charset="0"/>
                <a:ea typeface="새굴림" charset="0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charset="0"/>
                <a:ea typeface="새굴림" charset="0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charset="0"/>
                <a:ea typeface="새굴림" charset="0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charset="0"/>
                <a:ea typeface="새굴림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F998F4-C0CC-6544-AB17-8F0801AB3325}" type="slidenum">
              <a:rPr lang="en-US" altLang="ko-KR" sz="1400" b="0">
                <a:latin typeface="굴림" charset="-127"/>
                <a:ea typeface="굴림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ko-KR" sz="1400" b="0">
              <a:latin typeface="굴림" charset="-127"/>
              <a:ea typeface="굴림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4"/>
              <p:cNvSpPr txBox="1">
                <a:spLocks noChangeArrowheads="1"/>
              </p:cNvSpPr>
              <p:nvPr/>
            </p:nvSpPr>
            <p:spPr bwMode="auto">
              <a:xfrm>
                <a:off x="1619250" y="2073275"/>
                <a:ext cx="5976938" cy="369806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Randomly choose an initial solution,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sz="2000" i="1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Repeat</a:t>
                </a: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Until stopping condition is satisfied</a:t>
                </a:r>
              </a:p>
            </p:txBody>
          </p:sp>
        </mc:Choice>
        <mc:Fallback xmlns="">
          <p:sp>
            <p:nvSpPr>
              <p:cNvPr id="2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0" y="2073275"/>
                <a:ext cx="5976938" cy="3698064"/>
              </a:xfrm>
              <a:prstGeom prst="rect">
                <a:avLst/>
              </a:prstGeom>
              <a:blipFill rotWithShape="0">
                <a:blip r:embed="rId2"/>
                <a:stretch>
                  <a:fillRect l="-1122" t="-659" b="-329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텍스트 상자 15"/>
              <p:cNvSpPr txBox="1"/>
              <p:nvPr/>
            </p:nvSpPr>
            <p:spPr>
              <a:xfrm>
                <a:off x="2578129" y="2753904"/>
                <a:ext cx="4234621" cy="926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2400" i="1" smtClean="0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6" name="텍스트 상자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129" y="2753904"/>
                <a:ext cx="4234621" cy="9269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텍스트 상자 16"/>
              <p:cNvSpPr txBox="1"/>
              <p:nvPr/>
            </p:nvSpPr>
            <p:spPr>
              <a:xfrm>
                <a:off x="2639387" y="4096883"/>
                <a:ext cx="4227504" cy="926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2400" i="1" smtClean="0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7" name="텍스트 상자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387" y="4096883"/>
                <a:ext cx="4227504" cy="9269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6942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043608" y="2085206"/>
            <a:ext cx="7033592" cy="1343794"/>
          </a:xfrm>
        </p:spPr>
        <p:txBody>
          <a:bodyPr>
            <a:normAutofit/>
          </a:bodyPr>
          <a:lstStyle/>
          <a:p>
            <a:r>
              <a:rPr lang="ko-KR" altLang="en-US" b="1" dirty="0"/>
              <a:t>지금까지 말한 것을 합하면</a:t>
            </a:r>
          </a:p>
        </p:txBody>
      </p:sp>
    </p:spTree>
    <p:extLst>
      <p:ext uri="{BB962C8B-B14F-4D97-AF65-F5344CB8AC3E}">
        <p14:creationId xmlns:p14="http://schemas.microsoft.com/office/powerpoint/2010/main" val="6579768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Goal of Machine Learning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50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다음 데이터를 가장 잘 설명하는 함수를 찾아라</a:t>
            </a:r>
            <a:endParaRPr kumimoji="1" lang="en-US" altLang="ko-KR" dirty="0"/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21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/>
              <p:cNvSpPr/>
              <p:nvPr/>
            </p:nvSpPr>
            <p:spPr>
              <a:xfrm>
                <a:off x="1938580" y="1948348"/>
                <a:ext cx="45637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0.0,</m:t>
                          </m:r>
                          <m:r>
                            <a:rPr lang="ko-KR" altLang="en-US" sz="2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0.0</m:t>
                          </m:r>
                        </m:e>
                      </m:d>
                      <m:r>
                        <a:rPr lang="ko-KR" altLang="en-US" sz="2800" b="0" i="1" smtClean="0">
                          <a:latin typeface="Cambria Math" charset="0"/>
                        </a:rPr>
                        <m:t> 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1.0,</m:t>
                          </m:r>
                          <m:r>
                            <a:rPr lang="ko-KR" altLang="en-US" sz="28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1.0</m:t>
                          </m:r>
                        </m:e>
                      </m:d>
                      <m:r>
                        <a:rPr lang="ko-KR" altLang="en-US" sz="2800" b="0" i="1" smtClean="0">
                          <a:latin typeface="Cambria Math" charset="0"/>
                        </a:rPr>
                        <m:t> 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(1.0,</m:t>
                      </m:r>
                      <m:r>
                        <a:rPr lang="ko-KR" altLang="en-US" sz="2800" b="0" i="1" smtClean="0">
                          <a:latin typeface="Cambria Math" charset="0"/>
                        </a:rPr>
                        <m:t> </m:t>
                      </m:r>
                      <m:r>
                        <a:rPr lang="en-US" altLang="ko-KR" sz="2800" b="0" i="1" smtClean="0">
                          <a:latin typeface="Cambria Math" charset="0"/>
                        </a:rPr>
                        <m:t>2.0)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직사각형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580" y="1948348"/>
                <a:ext cx="456375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3025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51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1:</a:t>
            </a:r>
            <a:r>
              <a:rPr kumimoji="1" lang="ko-KR" altLang="en-US" dirty="0"/>
              <a:t> 여러 종류의 </a:t>
            </a:r>
            <a:r>
              <a:rPr kumimoji="1" lang="en-US" altLang="ko-KR" dirty="0" err="1"/>
              <a:t>Approximator</a:t>
            </a:r>
            <a:r>
              <a:rPr kumimoji="1" lang="ko-KR" altLang="en-US" dirty="0"/>
              <a:t> 중에서 하나를 선택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Approximator</a:t>
            </a:r>
            <a:r>
              <a:rPr kumimoji="1" lang="ko-KR" altLang="en-US" dirty="0"/>
              <a:t>로 직선을 선택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7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8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9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2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589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52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7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8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9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2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xmlns="" id="{F50A9837-7075-47C2-B2C8-F16B343BFD31}"/>
                  </a:ext>
                </a:extLst>
              </p:cNvPr>
              <p:cNvSpPr/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8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50A9837-7075-47C2-B2C8-F16B343BF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84" y="2178280"/>
                <a:ext cx="3681264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080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ED82237-B339-4B4F-B214-5F0DF787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C5FADB90-4371-47C4-BACD-1E8016AA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53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6AEA15D-6B39-4C5C-A00C-7ED54FFF49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</a:t>
            </a:r>
            <a:r>
              <a:rPr kumimoji="1" lang="ko-KR" altLang="en-US" dirty="0" err="1"/>
              <a:t>부합도록</a:t>
            </a:r>
            <a:r>
              <a:rPr kumimoji="1" lang="ko-KR" altLang="en-US" dirty="0"/>
              <a:t>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Error</a:t>
            </a:r>
            <a:r>
              <a:rPr kumimoji="1" lang="ko-KR" altLang="en-US" dirty="0"/>
              <a:t>를 정의한다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r>
              <a:rPr kumimoji="1" lang="ko-KR" altLang="en-US" dirty="0"/>
              <a:t>주어지 데이터와 함수 </a:t>
            </a:r>
            <a:r>
              <a:rPr kumimoji="1" lang="en-US" altLang="ko-KR" dirty="0"/>
              <a:t>f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Error</a:t>
            </a:r>
            <a:r>
              <a:rPr kumimoji="1" lang="ko-KR" altLang="en-US" dirty="0"/>
              <a:t>에 대입한다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r>
              <a:rPr kumimoji="1" lang="ko-KR" altLang="en-US" dirty="0"/>
              <a:t>잘 정리한다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상자 12">
                <a:extLst>
                  <a:ext uri="{FF2B5EF4-FFF2-40B4-BE49-F238E27FC236}">
                    <a16:creationId xmlns:a16="http://schemas.microsoft.com/office/drawing/2014/main" xmlns="" id="{F1ED7194-A06A-4168-905F-4EB9552A1BBD}"/>
                  </a:ext>
                </a:extLst>
              </p:cNvPr>
              <p:cNvSpPr txBox="1"/>
              <p:nvPr/>
            </p:nvSpPr>
            <p:spPr>
              <a:xfrm>
                <a:off x="3419872" y="1901708"/>
                <a:ext cx="4565673" cy="7866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0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sz="2000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sz="2000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sz="20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000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sz="2000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6" name="텍스트 상자 12">
                <a:extLst>
                  <a:ext uri="{FF2B5EF4-FFF2-40B4-BE49-F238E27FC236}">
                    <a16:creationId xmlns:a16="http://schemas.microsoft.com/office/drawing/2014/main" id="{F1ED7194-A06A-4168-905F-4EB9552A1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1901708"/>
                <a:ext cx="4565673" cy="7866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텍스트 상자 13">
                <a:extLst>
                  <a:ext uri="{FF2B5EF4-FFF2-40B4-BE49-F238E27FC236}">
                    <a16:creationId xmlns:a16="http://schemas.microsoft.com/office/drawing/2014/main" xmlns="" id="{17E14D7C-3DED-4B82-9FC0-5FB26A3E2336}"/>
                  </a:ext>
                </a:extLst>
              </p:cNvPr>
              <p:cNvSpPr txBox="1"/>
              <p:nvPr/>
            </p:nvSpPr>
            <p:spPr>
              <a:xfrm>
                <a:off x="1200433" y="4293096"/>
                <a:ext cx="6425798" cy="7346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𝟎</m:t>
                                  </m:r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.</m:t>
                                  </m:r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𝟎</m:t>
                                  </m:r>
                                  <m:r>
                                    <a:rPr kumimoji="1" lang="en-US" altLang="ko-KR" b="1">
                                      <a:latin typeface="Cambria Math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𝟏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1" i="0" smtClean="0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𝟏</m:t>
                                  </m:r>
                                  <m:r>
                                    <a:rPr kumimoji="1" lang="en-US" altLang="ko-KR" b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.</m:t>
                                  </m:r>
                                  <m:r>
                                    <a:rPr kumimoji="1" lang="en-US" altLang="ko-KR" b="1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  <m:t>𝟎</m:t>
                                  </m:r>
                                  <m:r>
                                    <a:rPr kumimoji="1" lang="en-US" altLang="ko-KR" b="1">
                                      <a:latin typeface="Cambria Math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i="1" dirty="0">
                  <a:latin typeface="Cambria Math" charset="0"/>
                </a:endParaRPr>
              </a:p>
              <a:p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r>
                      <a:rPr kumimoji="1" lang="ko-KR" altLang="en-US" b="0" i="1" smtClean="0">
                        <a:latin typeface="Cambria Math" charset="0"/>
                      </a:rPr>
                      <m:t>                        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charset="0"/>
                          </a:rPr>
                          <m:t>+</m:t>
                        </m:r>
                        <m:d>
                          <m:dPr>
                            <m:ctrlPr>
                              <a:rPr kumimoji="1" lang="mr-IN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1" i="1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𝟐</m:t>
                            </m:r>
                            <m:r>
                              <a:rPr kumimoji="1" lang="en-US" altLang="ko-KR" b="1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.</m:t>
                            </m:r>
                            <m:r>
                              <a:rPr kumimoji="1" lang="en-US" altLang="ko-KR" b="1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𝟎</m:t>
                            </m:r>
                            <m:r>
                              <a:rPr kumimoji="1" lang="en-US" altLang="ko-KR" i="1">
                                <a:latin typeface="Cambria Math" charset="0"/>
                              </a:rPr>
                              <m:t>−</m:t>
                            </m:r>
                            <m:r>
                              <a:rPr kumimoji="1" lang="en-US" altLang="ko-KR" i="1">
                                <a:latin typeface="Cambria Math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mr-IN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1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𝟏</m:t>
                                </m:r>
                                <m:r>
                                  <a:rPr kumimoji="1" lang="en-US" altLang="ko-KR" b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.</m:t>
                                </m:r>
                                <m:r>
                                  <a:rPr kumimoji="1" lang="en-US" altLang="ko-KR" b="1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𝟎</m:t>
                                </m:r>
                                <m:r>
                                  <a:rPr kumimoji="1" lang="en-US" altLang="ko-KR" b="1">
                                    <a:latin typeface="Cambria Math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7" name="텍스트 상자 13">
                <a:extLst>
                  <a:ext uri="{FF2B5EF4-FFF2-40B4-BE49-F238E27FC236}">
                    <a16:creationId xmlns:a16="http://schemas.microsoft.com/office/drawing/2014/main" id="{17E14D7C-3DED-4B82-9FC0-5FB26A3E2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433" y="4293096"/>
                <a:ext cx="6425798" cy="734688"/>
              </a:xfrm>
              <a:prstGeom prst="rect">
                <a:avLst/>
              </a:prstGeom>
              <a:blipFill>
                <a:blip r:embed="rId3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텍스트 상자 16">
                <a:extLst>
                  <a:ext uri="{FF2B5EF4-FFF2-40B4-BE49-F238E27FC236}">
                    <a16:creationId xmlns:a16="http://schemas.microsoft.com/office/drawing/2014/main" xmlns="" id="{47B9D63F-6992-4F06-9FE4-9D16B32E1B15}"/>
                  </a:ext>
                </a:extLst>
              </p:cNvPr>
              <p:cNvSpPr txBox="1"/>
              <p:nvPr/>
            </p:nvSpPr>
            <p:spPr>
              <a:xfrm>
                <a:off x="1200433" y="5012018"/>
                <a:ext cx="6944978" cy="36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𝟏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𝟐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.</m:t>
                              </m:r>
                              <m:r>
                                <a:rPr kumimoji="1" lang="en-US" altLang="ko-KR" b="1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8" name="텍스트 상자 16">
                <a:extLst>
                  <a:ext uri="{FF2B5EF4-FFF2-40B4-BE49-F238E27FC236}">
                    <a16:creationId xmlns:a16="http://schemas.microsoft.com/office/drawing/2014/main" id="{47B9D63F-6992-4F06-9FE4-9D16B32E1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433" y="5012018"/>
                <a:ext cx="6944978" cy="367345"/>
              </a:xfrm>
              <a:prstGeom prst="rect">
                <a:avLst/>
              </a:prstGeom>
              <a:blipFill>
                <a:blip r:embed="rId4"/>
                <a:stretch>
                  <a:fillRect l="-263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29D8F6AE-587D-4AC0-99E0-73763AC7F9B3}"/>
              </a:ext>
            </a:extLst>
          </p:cNvPr>
          <p:cNvSpPr/>
          <p:nvPr/>
        </p:nvSpPr>
        <p:spPr>
          <a:xfrm>
            <a:off x="1047692" y="3212976"/>
            <a:ext cx="7556756" cy="59407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524BF85-2B92-4686-9E1A-5F2967D4D4EB}"/>
              </a:ext>
            </a:extLst>
          </p:cNvPr>
          <p:cNvSpPr/>
          <p:nvPr/>
        </p:nvSpPr>
        <p:spPr>
          <a:xfrm>
            <a:off x="1047692" y="5643234"/>
            <a:ext cx="7556756" cy="59407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xmlns="" id="{9CF907EE-DB08-4997-BD2C-25A7D88BDCD7}"/>
                  </a:ext>
                </a:extLst>
              </p:cNvPr>
              <p:cNvSpPr/>
              <p:nvPr/>
            </p:nvSpPr>
            <p:spPr>
              <a:xfrm>
                <a:off x="5421397" y="3256747"/>
                <a:ext cx="31830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9CF907EE-DB08-4997-BD2C-25A7D88BD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397" y="3256747"/>
                <a:ext cx="3183051" cy="461665"/>
              </a:xfrm>
              <a:prstGeom prst="rect">
                <a:avLst/>
              </a:prstGeom>
              <a:blipFill>
                <a:blip r:embed="rId5"/>
                <a:stretch>
                  <a:fillRect l="-1533"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xmlns="" id="{4A714F1A-15C5-498A-971D-D734A5B6114C}"/>
                  </a:ext>
                </a:extLst>
              </p:cNvPr>
              <p:cNvSpPr/>
              <p:nvPr/>
            </p:nvSpPr>
            <p:spPr>
              <a:xfrm>
                <a:off x="1191708" y="3286364"/>
                <a:ext cx="39272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0.0</m:t>
                          </m:r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ko-KR" altLang="en-US" sz="24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0.0</m:t>
                          </m:r>
                        </m:e>
                      </m:d>
                      <m:r>
                        <a:rPr lang="ko-KR" altLang="en-US" sz="2400" b="0" i="1" smtClean="0">
                          <a:latin typeface="Cambria Math" charset="0"/>
                        </a:rPr>
                        <m:t> 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1.0</m:t>
                          </m:r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ko-KR" altLang="en-US" sz="24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1.0</m:t>
                          </m:r>
                        </m:e>
                      </m:d>
                      <m:r>
                        <a:rPr lang="ko-KR" altLang="en-US" sz="2400" b="0" i="1" smtClean="0">
                          <a:latin typeface="Cambria Math" charset="0"/>
                        </a:rPr>
                        <m:t> </m:t>
                      </m:r>
                      <m:r>
                        <a:rPr lang="en-US" altLang="ko-KR" sz="2400" b="0" i="1" smtClean="0">
                          <a:latin typeface="Cambria Math" charset="0"/>
                        </a:rPr>
                        <m:t>(</m:t>
                      </m:r>
                      <m:r>
                        <a:rPr lang="en-US" altLang="ko-KR" sz="2400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1.0</m:t>
                      </m:r>
                      <m:r>
                        <a:rPr lang="en-US" altLang="ko-KR" sz="2400" b="0" i="1" smtClean="0">
                          <a:latin typeface="Cambria Math" charset="0"/>
                        </a:rPr>
                        <m:t>,</m:t>
                      </m:r>
                      <m:r>
                        <a:rPr lang="ko-KR" altLang="en-US" sz="2400" b="0" i="1" smtClean="0">
                          <a:latin typeface="Cambria Math" charset="0"/>
                        </a:rPr>
                        <m:t> </m:t>
                      </m:r>
                      <m:r>
                        <a:rPr lang="en-US" altLang="ko-KR" sz="2400" b="0" i="1" smtClean="0">
                          <a:solidFill>
                            <a:srgbClr val="7030A0"/>
                          </a:solidFill>
                          <a:latin typeface="Cambria Math" charset="0"/>
                        </a:rPr>
                        <m:t>2.0</m:t>
                      </m:r>
                      <m:r>
                        <a:rPr lang="en-US" altLang="ko-KR" sz="24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4A714F1A-15C5-498A-971D-D734A5B61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708" y="3286364"/>
                <a:ext cx="3927229" cy="461665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텍스트 상자 17">
                <a:extLst>
                  <a:ext uri="{FF2B5EF4-FFF2-40B4-BE49-F238E27FC236}">
                    <a16:creationId xmlns:a16="http://schemas.microsoft.com/office/drawing/2014/main" xmlns="" id="{DE7DF4EF-5637-478F-937A-B60D350EBD3E}"/>
                  </a:ext>
                </a:extLst>
              </p:cNvPr>
              <p:cNvSpPr txBox="1"/>
              <p:nvPr/>
            </p:nvSpPr>
            <p:spPr>
              <a:xfrm>
                <a:off x="1200433" y="5701391"/>
                <a:ext cx="7045647" cy="3939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4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400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2400" i="1">
                          <a:latin typeface="Cambria Math" charset="0"/>
                        </a:rPr>
                        <m:t>−6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i="1">
                          <a:latin typeface="Cambria Math" charset="0"/>
                        </a:rPr>
                        <m:t>−6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i="1">
                          <a:latin typeface="Cambria Math" charset="0"/>
                        </a:rPr>
                        <m:t>+4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2400" i="1"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7" name="텍스트 상자 17">
                <a:extLst>
                  <a:ext uri="{FF2B5EF4-FFF2-40B4-BE49-F238E27FC236}">
                    <a16:creationId xmlns:a16="http://schemas.microsoft.com/office/drawing/2014/main" id="{DE7DF4EF-5637-478F-937A-B60D350EB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433" y="5701391"/>
                <a:ext cx="7045647" cy="3939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0344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54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Error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Gradient</a:t>
            </a:r>
            <a:r>
              <a:rPr kumimoji="1" lang="ko-KR" altLang="en-US" dirty="0"/>
              <a:t>의 일반식을 구한다</a:t>
            </a:r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상자 23"/>
              <p:cNvSpPr txBox="1"/>
              <p:nvPr/>
            </p:nvSpPr>
            <p:spPr>
              <a:xfrm>
                <a:off x="3083322" y="4721264"/>
                <a:ext cx="2239074" cy="573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b="0" i="1" smtClean="0">
                          <a:latin typeface="Cambria Math" charset="0"/>
                        </a:rPr>
                        <m:t>=4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charset="0"/>
                        </a:rPr>
                        <m:t>−6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4" name="텍스트 상자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322" y="4721264"/>
                <a:ext cx="2239074" cy="573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텍스트 상자 24"/>
              <p:cNvSpPr txBox="1"/>
              <p:nvPr/>
            </p:nvSpPr>
            <p:spPr>
              <a:xfrm>
                <a:off x="1924576" y="3140968"/>
                <a:ext cx="5294847" cy="29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i="1">
                          <a:latin typeface="Cambria Math" charset="0"/>
                        </a:rPr>
                        <m:t>−6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−6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i="1"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5" name="텍스트 상자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576" y="3140968"/>
                <a:ext cx="5294847" cy="295466"/>
              </a:xfrm>
              <a:prstGeom prst="rect">
                <a:avLst/>
              </a:prstGeom>
              <a:blipFill>
                <a:blip r:embed="rId3"/>
                <a:stretch>
                  <a:fillRect l="-576" t="-2041" r="-576" b="-16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텍스트 상자 25"/>
              <p:cNvSpPr txBox="1"/>
              <p:nvPr/>
            </p:nvSpPr>
            <p:spPr>
              <a:xfrm>
                <a:off x="3093965" y="3861048"/>
                <a:ext cx="2228431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b="0" i="1" smtClean="0">
                          <a:latin typeface="Cambria Math" charset="0"/>
                        </a:rPr>
                        <m:t>=4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6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−6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6" name="텍스트 상자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65" y="3861048"/>
                <a:ext cx="2228431" cy="572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349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55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Step 2: f</a:t>
            </a:r>
            <a:r>
              <a:rPr kumimoji="1" lang="ko-KR" altLang="en-US" dirty="0"/>
              <a:t>가 주어진 데이터에 가장 잘 부합도록 </a:t>
            </a:r>
            <a:r>
              <a:rPr kumimoji="1" lang="en-US" altLang="ko-KR" dirty="0"/>
              <a:t>w</a:t>
            </a:r>
            <a:r>
              <a:rPr kumimoji="1" lang="ko-KR" altLang="en-US" dirty="0"/>
              <a:t>를 잘 조정한다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Error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Gradient</a:t>
            </a:r>
            <a:r>
              <a:rPr kumimoji="1" lang="ko-KR" altLang="en-US" dirty="0"/>
              <a:t>의 일반식을 </a:t>
            </a:r>
            <a:r>
              <a:rPr kumimoji="1" lang="en-US" altLang="ko-KR" dirty="0"/>
              <a:t>GDM</a:t>
            </a:r>
            <a:r>
              <a:rPr kumimoji="1" lang="ko-KR" altLang="en-US" dirty="0"/>
              <a:t>에 대입한다</a:t>
            </a:r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127" y="2480103"/>
            <a:ext cx="4353533" cy="4884006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1984387" y="3769650"/>
            <a:ext cx="1651509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1967247" y="4523851"/>
            <a:ext cx="1651509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6492893" y="3779997"/>
            <a:ext cx="1651509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515254" y="4779615"/>
            <a:ext cx="1651509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3400425" y="3171591"/>
            <a:ext cx="3700463" cy="714609"/>
          </a:xfrm>
          <a:custGeom>
            <a:avLst/>
            <a:gdLst>
              <a:gd name="connsiteX0" fmla="*/ 0 w 3700463"/>
              <a:gd name="connsiteY0" fmla="*/ 714609 h 714609"/>
              <a:gd name="connsiteX1" fmla="*/ 1728788 w 3700463"/>
              <a:gd name="connsiteY1" fmla="*/ 234 h 714609"/>
              <a:gd name="connsiteX2" fmla="*/ 3700463 w 3700463"/>
              <a:gd name="connsiteY2" fmla="*/ 628884 h 714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0463" h="714609">
                <a:moveTo>
                  <a:pt x="0" y="714609"/>
                </a:moveTo>
                <a:cubicBezTo>
                  <a:pt x="556022" y="364565"/>
                  <a:pt x="1112044" y="14521"/>
                  <a:pt x="1728788" y="234"/>
                </a:cubicBezTo>
                <a:cubicBezTo>
                  <a:pt x="2345532" y="-14053"/>
                  <a:pt x="3700463" y="628884"/>
                  <a:pt x="3700463" y="628884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" name="자유형 13"/>
          <p:cNvSpPr/>
          <p:nvPr/>
        </p:nvSpPr>
        <p:spPr>
          <a:xfrm rot="225272" flipV="1">
            <a:off x="3247801" y="5349591"/>
            <a:ext cx="3700463" cy="714609"/>
          </a:xfrm>
          <a:custGeom>
            <a:avLst/>
            <a:gdLst>
              <a:gd name="connsiteX0" fmla="*/ 0 w 3700463"/>
              <a:gd name="connsiteY0" fmla="*/ 714609 h 714609"/>
              <a:gd name="connsiteX1" fmla="*/ 1728788 w 3700463"/>
              <a:gd name="connsiteY1" fmla="*/ 234 h 714609"/>
              <a:gd name="connsiteX2" fmla="*/ 3700463 w 3700463"/>
              <a:gd name="connsiteY2" fmla="*/ 628884 h 714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0463" h="714609">
                <a:moveTo>
                  <a:pt x="0" y="714609"/>
                </a:moveTo>
                <a:cubicBezTo>
                  <a:pt x="556022" y="364565"/>
                  <a:pt x="1112044" y="14521"/>
                  <a:pt x="1728788" y="234"/>
                </a:cubicBezTo>
                <a:cubicBezTo>
                  <a:pt x="2345532" y="-14053"/>
                  <a:pt x="3700463" y="628884"/>
                  <a:pt x="3700463" y="628884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상자 23">
                <a:extLst>
                  <a:ext uri="{FF2B5EF4-FFF2-40B4-BE49-F238E27FC236}">
                    <a16:creationId xmlns:a16="http://schemas.microsoft.com/office/drawing/2014/main" xmlns="" id="{C1362506-C353-4B5C-9993-61B7197EABE6}"/>
                  </a:ext>
                </a:extLst>
              </p:cNvPr>
              <p:cNvSpPr txBox="1"/>
              <p:nvPr/>
            </p:nvSpPr>
            <p:spPr>
              <a:xfrm>
                <a:off x="1349484" y="4655453"/>
                <a:ext cx="2239074" cy="573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b="0" i="1" smtClean="0">
                          <a:latin typeface="Cambria Math" charset="0"/>
                        </a:rPr>
                        <m:t>=4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charset="0"/>
                        </a:rPr>
                        <m:t>−6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" name="텍스트 상자 23">
                <a:extLst>
                  <a:ext uri="{FF2B5EF4-FFF2-40B4-BE49-F238E27FC236}">
                    <a16:creationId xmlns:a16="http://schemas.microsoft.com/office/drawing/2014/main" id="{C1362506-C353-4B5C-9993-61B7197E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484" y="4655453"/>
                <a:ext cx="2239074" cy="573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텍스트 상자 25">
                <a:extLst>
                  <a:ext uri="{FF2B5EF4-FFF2-40B4-BE49-F238E27FC236}">
                    <a16:creationId xmlns:a16="http://schemas.microsoft.com/office/drawing/2014/main" xmlns="" id="{92D5312A-3694-4812-9631-00EB37CEE90B}"/>
                  </a:ext>
                </a:extLst>
              </p:cNvPr>
              <p:cNvSpPr txBox="1"/>
              <p:nvPr/>
            </p:nvSpPr>
            <p:spPr>
              <a:xfrm>
                <a:off x="1338196" y="3916354"/>
                <a:ext cx="2228431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mr-I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mr-IN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b="0" i="1" smtClean="0">
                          <a:latin typeface="Cambria Math" charset="0"/>
                        </a:rPr>
                        <m:t>=4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6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>
                          <a:latin typeface="Cambria Math" charset="0"/>
                        </a:rPr>
                        <m:t>−6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6" name="텍스트 상자 25">
                <a:extLst>
                  <a:ext uri="{FF2B5EF4-FFF2-40B4-BE49-F238E27FC236}">
                    <a16:creationId xmlns:a16="http://schemas.microsoft.com/office/drawing/2014/main" id="{92D5312A-3694-4812-9631-00EB37CEE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196" y="3916354"/>
                <a:ext cx="2228431" cy="572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3188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56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Step 2: f</a:t>
                </a:r>
                <a:r>
                  <a:rPr kumimoji="1" lang="ko-KR" altLang="en-US" dirty="0"/>
                  <a:t>가 주어진 데이터에 가장 잘 부합도록 </a:t>
                </a:r>
                <a:r>
                  <a:rPr kumimoji="1" lang="en-US" altLang="ko-KR" dirty="0"/>
                  <a:t>w</a:t>
                </a:r>
                <a:r>
                  <a:rPr kumimoji="1" lang="ko-KR" altLang="en-US" dirty="0"/>
                  <a:t>를 잘 조정한다</a:t>
                </a: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Gradient Descent Method</a:t>
                </a:r>
                <a:r>
                  <a:rPr kumimoji="1" lang="ko-KR" altLang="en-US" dirty="0"/>
                  <a:t>로 </a:t>
                </a:r>
                <a:r>
                  <a:rPr kumimoji="1" lang="en-US" altLang="ko-KR" dirty="0"/>
                  <a:t>Error</a:t>
                </a:r>
                <a:r>
                  <a:rPr kumimoji="1" lang="ko-KR" altLang="en-US" dirty="0"/>
                  <a:t>를 최소하는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찾는다</a:t>
                </a:r>
                <a:endParaRPr kumimoji="1" lang="en-US" altLang="ko-KR" dirty="0"/>
              </a:p>
              <a:p>
                <a:pPr lvl="1"/>
                <a:endParaRPr kumimoji="1" lang="en-US" altLang="ko-KR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4"/>
              <p:cNvSpPr txBox="1">
                <a:spLocks noChangeArrowheads="1"/>
              </p:cNvSpPr>
              <p:nvPr/>
            </p:nvSpPr>
            <p:spPr bwMode="auto">
              <a:xfrm>
                <a:off x="1763688" y="3429000"/>
                <a:ext cx="5328592" cy="225472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Randomly choose an initial solution,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sz="2000" i="1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Repeat</a:t>
                </a: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Until stopping condition is satisfied</a:t>
                </a:r>
              </a:p>
            </p:txBody>
          </p:sp>
        </mc:Choice>
        <mc:Fallback xmlns="">
          <p:sp>
            <p:nvSpPr>
              <p:cNvPr id="1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688" y="3429000"/>
                <a:ext cx="5328592" cy="2254720"/>
              </a:xfrm>
              <a:prstGeom prst="rect">
                <a:avLst/>
              </a:prstGeom>
              <a:blipFill rotWithShape="0">
                <a:blip r:embed="rId3"/>
                <a:stretch>
                  <a:fillRect l="-1144" t="-1355" b="-3794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텍스트 상자 11"/>
              <p:cNvSpPr txBox="1"/>
              <p:nvPr/>
            </p:nvSpPr>
            <p:spPr>
              <a:xfrm>
                <a:off x="2616573" y="4291270"/>
                <a:ext cx="4271169" cy="377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400" i="1">
                          <a:latin typeface="Cambria Math" charset="0"/>
                        </a:rPr>
                        <m:t>−</m:t>
                      </m:r>
                      <m:r>
                        <a:rPr lang="en-US" altLang="ko-KR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d>
                        <m:dPr>
                          <m:ctrlPr>
                            <a:rPr lang="mr-IN" altLang="ko-KR" sz="24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−6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2" name="텍스트 상자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73" y="4291270"/>
                <a:ext cx="4271169" cy="377796"/>
              </a:xfrm>
              <a:prstGeom prst="rect">
                <a:avLst/>
              </a:prstGeom>
              <a:blipFill>
                <a:blip r:embed="rId4"/>
                <a:stretch>
                  <a:fillRect l="-285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상자 13"/>
              <p:cNvSpPr txBox="1"/>
              <p:nvPr/>
            </p:nvSpPr>
            <p:spPr>
              <a:xfrm>
                <a:off x="2616573" y="4787128"/>
                <a:ext cx="4271169" cy="377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400" i="1">
                          <a:latin typeface="Cambria Math" charset="0"/>
                        </a:rPr>
                        <m:t>−</m:t>
                      </m:r>
                      <m:r>
                        <a:rPr lang="en-US" altLang="ko-KR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d>
                        <m:dPr>
                          <m:ctrlPr>
                            <a:rPr lang="mr-IN" altLang="ko-KR" sz="24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−6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4" name="텍스트 상자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73" y="4787128"/>
                <a:ext cx="4271169" cy="377796"/>
              </a:xfrm>
              <a:prstGeom prst="rect">
                <a:avLst/>
              </a:prstGeom>
              <a:blipFill>
                <a:blip r:embed="rId5"/>
                <a:stretch>
                  <a:fillRect l="-285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8619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57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Step 2: f</a:t>
                </a:r>
                <a:r>
                  <a:rPr kumimoji="1" lang="ko-KR" altLang="en-US" dirty="0"/>
                  <a:t>가 주어진 데이터에 가장 잘 부합도록 </a:t>
                </a:r>
                <a:r>
                  <a:rPr kumimoji="1" lang="en-US" altLang="ko-KR" dirty="0"/>
                  <a:t>w</a:t>
                </a:r>
                <a:r>
                  <a:rPr kumimoji="1" lang="ko-KR" altLang="en-US" dirty="0"/>
                  <a:t>를 잘 조정한다</a:t>
                </a: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Gradient Descent Method</a:t>
                </a:r>
                <a:r>
                  <a:rPr kumimoji="1" lang="ko-KR" altLang="en-US" dirty="0"/>
                  <a:t>로 </a:t>
                </a:r>
                <a:r>
                  <a:rPr kumimoji="1" lang="en-US" altLang="ko-KR" dirty="0"/>
                  <a:t>Error</a:t>
                </a:r>
                <a:r>
                  <a:rPr kumimoji="1" lang="ko-KR" altLang="en-US" dirty="0"/>
                  <a:t>를 최소하는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찾는다</a:t>
                </a:r>
                <a:endParaRPr kumimoji="1"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𝜂</m:t>
                    </m:r>
                  </m:oMath>
                </a14:m>
                <a:r>
                  <a:rPr kumimoji="1" lang="ko-KR" altLang="en-US" dirty="0"/>
                  <a:t> 를 작은 값으로 선택한다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charset="0"/>
                        <a:ea typeface="Cambria Math" charset="0"/>
                        <a:cs typeface="Cambria Math" charset="0"/>
                      </a:rPr>
                      <m:t>𝜂</m:t>
                    </m:r>
                    <m:r>
                      <a:rPr lang="en-US" altLang="ko-KR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=0.1</m:t>
                    </m:r>
                  </m:oMath>
                </a14:m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Random</a:t>
                </a:r>
                <a:r>
                  <a:rPr kumimoji="1" lang="ko-KR" altLang="en-US" dirty="0"/>
                  <a:t>하게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kumimoji="1" lang="ko-KR" altLang="en-US" dirty="0"/>
                  <a:t> 를 선택한다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p>
                    </m:sSubSup>
                    <m:r>
                      <a:rPr lang="en-US" altLang="ko-KR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ko-KR" altLang="en-US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p>
                    </m:sSubSup>
                    <m:r>
                      <a:rPr lang="en-US" altLang="ko-KR" b="0" i="1" smtClean="0">
                        <a:latin typeface="Cambria Math" charset="0"/>
                      </a:rPr>
                      <m:t>=1</m:t>
                    </m:r>
                  </m:oMath>
                </a14:m>
                <a:endParaRPr kumimoji="1" lang="en-US" altLang="ko-KR" dirty="0"/>
              </a:p>
              <a:p>
                <a:pPr lvl="2"/>
                <a:endParaRPr kumimoji="1" lang="en-US" altLang="ko-KR" dirty="0"/>
              </a:p>
              <a:p>
                <a:pPr lvl="1"/>
                <a:endParaRPr kumimoji="1" lang="en-US" altLang="ko-KR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">
                <a:extLst>
                  <a:ext uri="{FF2B5EF4-FFF2-40B4-BE49-F238E27FC236}">
                    <a16:creationId xmlns:a16="http://schemas.microsoft.com/office/drawing/2014/main" xmlns="" id="{B00F1D9D-AC15-447C-9857-E6F191EB97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3688" y="3429000"/>
                <a:ext cx="5328592" cy="225472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Randomly choose an initial solution,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sz="2000" i="1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Repeat</a:t>
                </a: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Until stopping condition is satisfied</a:t>
                </a:r>
              </a:p>
            </p:txBody>
          </p:sp>
        </mc:Choice>
        <mc:Fallback xmlns="">
          <p:sp>
            <p:nvSpPr>
              <p:cNvPr id="8" name="Text Box 4">
                <a:extLst>
                  <a:ext uri="{FF2B5EF4-FFF2-40B4-BE49-F238E27FC236}">
                    <a16:creationId xmlns:a16="http://schemas.microsoft.com/office/drawing/2014/main" id="{B00F1D9D-AC15-447C-9857-E6F191EB9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688" y="3429000"/>
                <a:ext cx="5328592" cy="2254720"/>
              </a:xfrm>
              <a:prstGeom prst="rect">
                <a:avLst/>
              </a:prstGeom>
              <a:blipFill>
                <a:blip r:embed="rId3"/>
                <a:stretch>
                  <a:fillRect l="-1144" t="-1355" b="-3794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상자 11">
                <a:extLst>
                  <a:ext uri="{FF2B5EF4-FFF2-40B4-BE49-F238E27FC236}">
                    <a16:creationId xmlns:a16="http://schemas.microsoft.com/office/drawing/2014/main" xmlns="" id="{E5CA6FE0-92D7-42B0-BDDC-4CFDF6DA9986}"/>
                  </a:ext>
                </a:extLst>
              </p:cNvPr>
              <p:cNvSpPr txBox="1"/>
              <p:nvPr/>
            </p:nvSpPr>
            <p:spPr>
              <a:xfrm>
                <a:off x="2616573" y="4291270"/>
                <a:ext cx="4271169" cy="377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400" i="1">
                          <a:latin typeface="Cambria Math" charset="0"/>
                        </a:rPr>
                        <m:t>−</m:t>
                      </m:r>
                      <m:r>
                        <a:rPr lang="en-US" altLang="ko-KR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d>
                        <m:dPr>
                          <m:ctrlPr>
                            <a:rPr lang="mr-IN" altLang="ko-KR" sz="24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−6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9" name="텍스트 상자 11">
                <a:extLst>
                  <a:ext uri="{FF2B5EF4-FFF2-40B4-BE49-F238E27FC236}">
                    <a16:creationId xmlns:a16="http://schemas.microsoft.com/office/drawing/2014/main" id="{E5CA6FE0-92D7-42B0-BDDC-4CFDF6DA9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73" y="4291270"/>
                <a:ext cx="4271169" cy="377796"/>
              </a:xfrm>
              <a:prstGeom prst="rect">
                <a:avLst/>
              </a:prstGeom>
              <a:blipFill>
                <a:blip r:embed="rId4"/>
                <a:stretch>
                  <a:fillRect l="-285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상자 13">
                <a:extLst>
                  <a:ext uri="{FF2B5EF4-FFF2-40B4-BE49-F238E27FC236}">
                    <a16:creationId xmlns:a16="http://schemas.microsoft.com/office/drawing/2014/main" xmlns="" id="{3ABFC34A-8B97-417E-A900-F90A4587A3BE}"/>
                  </a:ext>
                </a:extLst>
              </p:cNvPr>
              <p:cNvSpPr txBox="1"/>
              <p:nvPr/>
            </p:nvSpPr>
            <p:spPr>
              <a:xfrm>
                <a:off x="2616573" y="4787128"/>
                <a:ext cx="4271169" cy="377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400" i="1">
                          <a:latin typeface="Cambria Math" charset="0"/>
                        </a:rPr>
                        <m:t>−</m:t>
                      </m:r>
                      <m:r>
                        <a:rPr lang="en-US" altLang="ko-KR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d>
                        <m:dPr>
                          <m:ctrlPr>
                            <a:rPr lang="mr-IN" altLang="ko-KR" sz="24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+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−6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0" name="텍스트 상자 13">
                <a:extLst>
                  <a:ext uri="{FF2B5EF4-FFF2-40B4-BE49-F238E27FC236}">
                    <a16:creationId xmlns:a16="http://schemas.microsoft.com/office/drawing/2014/main" id="{3ABFC34A-8B97-417E-A900-F90A4587A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73" y="4787128"/>
                <a:ext cx="4271169" cy="377796"/>
              </a:xfrm>
              <a:prstGeom prst="rect">
                <a:avLst/>
              </a:prstGeom>
              <a:blipFill>
                <a:blip r:embed="rId5"/>
                <a:stretch>
                  <a:fillRect l="-285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0453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58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Step 2: f</a:t>
                </a:r>
                <a:r>
                  <a:rPr kumimoji="1" lang="ko-KR" altLang="en-US" dirty="0"/>
                  <a:t>가 주어진 데이터에 가장 잘 부합도록 </a:t>
                </a:r>
                <a:r>
                  <a:rPr kumimoji="1" lang="en-US" altLang="ko-KR" dirty="0"/>
                  <a:t>w</a:t>
                </a:r>
                <a:r>
                  <a:rPr kumimoji="1" lang="ko-KR" altLang="en-US" dirty="0"/>
                  <a:t>를 잘 조정한다</a:t>
                </a: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Gradient Descent Method</a:t>
                </a:r>
                <a:r>
                  <a:rPr kumimoji="1" lang="ko-KR" altLang="en-US" dirty="0"/>
                  <a:t>로 </a:t>
                </a:r>
                <a:r>
                  <a:rPr kumimoji="1" lang="en-US" altLang="ko-KR" dirty="0"/>
                  <a:t>Error</a:t>
                </a:r>
                <a:r>
                  <a:rPr kumimoji="1" lang="ko-KR" altLang="en-US" dirty="0"/>
                  <a:t>를 최소하는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찾는다</a:t>
                </a:r>
                <a:endParaRPr kumimoji="1"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ko-KR" altLang="en-US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루프</m:t>
                    </m:r>
                    <m:r>
                      <a:rPr kumimoji="1" lang="ko-KR" altLang="en-US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를 </m:t>
                    </m:r>
                  </m:oMath>
                </a14:m>
                <a:r>
                  <a:rPr kumimoji="1" lang="ko-KR" altLang="en-US" dirty="0"/>
                  <a:t>반복한다</a:t>
                </a:r>
                <a:endParaRPr kumimoji="1" lang="en-US" altLang="ko-KR" dirty="0"/>
              </a:p>
              <a:p>
                <a:pPr lvl="1"/>
                <a:endParaRPr kumimoji="1" lang="en-US" altLang="ko-KR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/>
              <p:cNvSpPr/>
              <p:nvPr/>
            </p:nvSpPr>
            <p:spPr>
              <a:xfrm>
                <a:off x="501159" y="2919665"/>
                <a:ext cx="979306" cy="6583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0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7030A0"/>
                          </a:solidFill>
                          <a:latin typeface="Cambria Math" charset="0"/>
                        </a:rPr>
                        <m:t>𝟏</m:t>
                      </m:r>
                    </m:oMath>
                  </m:oMathPara>
                </a14:m>
                <a:endParaRPr lang="en-US" altLang="ko-KR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0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</m:oMath>
                  </m:oMathPara>
                </a14:m>
                <a:endParaRPr lang="en-US" altLang="ko-KR" b="1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8" name="직사각형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59" y="2919665"/>
                <a:ext cx="979306" cy="658385"/>
              </a:xfrm>
              <a:prstGeom prst="rect">
                <a:avLst/>
              </a:prstGeom>
              <a:blipFill>
                <a:blip r:embed="rId3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467545" y="3677745"/>
                <a:ext cx="4142736" cy="6538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1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altLang="ko-KR" i="1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𝟏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+6×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𝟏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𝟔</m:t>
                      </m:r>
                    </m:oMath>
                  </m:oMathPara>
                </a14:m>
                <a:endParaRPr lang="en-US" altLang="ko-KR" b="1" i="1" dirty="0">
                  <a:solidFill>
                    <a:srgbClr val="7030A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charset="0"/>
                            </a:rPr>
                            <m:t>1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𝟏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𝟏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𝟖</m:t>
                      </m:r>
                    </m:oMath>
                  </m:oMathPara>
                </a14:m>
                <a:endParaRPr lang="en-US" altLang="ko-KR" b="1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5" y="3677745"/>
                <a:ext cx="4142736" cy="653833"/>
              </a:xfrm>
              <a:prstGeom prst="rect">
                <a:avLst/>
              </a:prstGeom>
              <a:blipFill>
                <a:blip r:embed="rId4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467544" y="4449444"/>
                <a:ext cx="4953856" cy="6538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𝟔</m:t>
                      </m:r>
                      <m:r>
                        <a:rPr lang="en-US" altLang="ko-KR" i="1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𝟖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+6×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𝟔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𝟓𝟒</m:t>
                      </m:r>
                    </m:oMath>
                  </m:oMathPara>
                </a14:m>
                <a:endParaRPr lang="en-US" altLang="ko-KR" b="1" i="1" dirty="0">
                  <a:solidFill>
                    <a:srgbClr val="7030A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𝟖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𝟖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𝟔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𝟖𝟒</m:t>
                      </m:r>
                    </m:oMath>
                  </m:oMathPara>
                </a14:m>
                <a:endParaRPr lang="en-US" altLang="ko-KR" b="1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449444"/>
                <a:ext cx="4953856" cy="653833"/>
              </a:xfrm>
              <a:prstGeom prst="rect">
                <a:avLst/>
              </a:prstGeom>
              <a:blipFill>
                <a:blip r:embed="rId5"/>
                <a:stretch>
                  <a:fillRect b="-1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467544" y="5251441"/>
                <a:ext cx="5510226" cy="6549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𝟓𝟒</m:t>
                      </m:r>
                      <m:r>
                        <a:rPr lang="en-US" altLang="ko-KR" i="1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𝟖𝟒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+6×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𝟓𝟒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𝟒𝟖𝟎</m:t>
                      </m:r>
                    </m:oMath>
                  </m:oMathPara>
                </a14:m>
                <a:endParaRPr lang="en-US" altLang="ko-KR" b="1" i="1" dirty="0">
                  <a:solidFill>
                    <a:srgbClr val="7030A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𝟖𝟒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𝟖𝟒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𝟓𝟒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𝟖𝟖𝟖</m:t>
                      </m:r>
                    </m:oMath>
                  </m:oMathPara>
                </a14:m>
                <a:endParaRPr lang="en-US" altLang="ko-KR" b="1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251441"/>
                <a:ext cx="5510226" cy="654988"/>
              </a:xfrm>
              <a:prstGeom prst="rect">
                <a:avLst/>
              </a:prstGeom>
              <a:blipFill>
                <a:blip r:embed="rId6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2A44523D-C65C-404E-A76F-2CDA752FBF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549" y="2544716"/>
            <a:ext cx="4076210" cy="178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955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Steps of Machine Learning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59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Step 2: f</a:t>
                </a:r>
                <a:r>
                  <a:rPr kumimoji="1" lang="ko-KR" altLang="en-US" dirty="0"/>
                  <a:t>가 주어진 데이터에 가장 잘 부합도록 </a:t>
                </a:r>
                <a:r>
                  <a:rPr kumimoji="1" lang="en-US" altLang="ko-KR" dirty="0"/>
                  <a:t>w</a:t>
                </a:r>
                <a:r>
                  <a:rPr kumimoji="1" lang="ko-KR" altLang="en-US" dirty="0"/>
                  <a:t>를 잘 조정한다</a:t>
                </a: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Gradient Descent Method</a:t>
                </a:r>
                <a:r>
                  <a:rPr kumimoji="1" lang="ko-KR" altLang="en-US" dirty="0"/>
                  <a:t>로 </a:t>
                </a:r>
                <a:r>
                  <a:rPr kumimoji="1" lang="en-US" altLang="ko-KR" dirty="0"/>
                  <a:t>Error</a:t>
                </a:r>
                <a:r>
                  <a:rPr kumimoji="1" lang="ko-KR" altLang="en-US" dirty="0"/>
                  <a:t>를 최소하는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ko-KR" altLang="en-US" dirty="0"/>
                  <a:t>를 찾는다</a:t>
                </a:r>
                <a:endParaRPr kumimoji="1" lang="en-US" altLang="ko-KR" dirty="0"/>
              </a:p>
              <a:p>
                <a:pPr lvl="2"/>
                <a:r>
                  <a:rPr kumimoji="1" lang="ko-KR" altLang="en-US"/>
                  <a:t>루프를 정해진 </a:t>
                </a:r>
                <a:r>
                  <a:rPr kumimoji="1" lang="ko-KR" altLang="en-US" dirty="0"/>
                  <a:t>횟수만큼 수행한 후 마지막 값을 사용한다</a:t>
                </a:r>
                <a:endParaRPr kumimoji="1" lang="en-US" altLang="ko-KR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1475656" y="3789040"/>
                <a:ext cx="6076086" cy="652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𝟒𝟖𝟎</m:t>
                      </m:r>
                      <m:r>
                        <a:rPr lang="en-US" altLang="ko-KR" i="1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𝟖𝟖𝟖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+6×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𝟒𝟖𝟎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𝟒𝟑𝟔𝟖</m:t>
                      </m:r>
                    </m:oMath>
                  </m:oMathPara>
                </a14:m>
                <a:endParaRPr lang="ko-KR" altLang="en-US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𝟖𝟖𝟖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𝟖𝟖𝟖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𝟒𝟖𝟎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𝟗𝟒𝟎𝟖</m:t>
                      </m:r>
                    </m:oMath>
                  </m:oMathPara>
                </a14:m>
                <a:endParaRPr lang="en-US" altLang="ko-KR" b="1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789040"/>
                <a:ext cx="6076086" cy="652679"/>
              </a:xfrm>
              <a:prstGeom prst="rect">
                <a:avLst/>
              </a:prstGeom>
              <a:blipFill>
                <a:blip r:embed="rId3"/>
                <a:stretch>
                  <a:fillRect b="-1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1475656" y="5206367"/>
                <a:ext cx="2344936" cy="6583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100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𝟎𝟎𝟎𝟎𝟕𝟕𝟏𝟑</m:t>
                      </m:r>
                    </m:oMath>
                  </m:oMathPara>
                </a14:m>
                <a:endParaRPr lang="en-US" altLang="ko-KR" b="1" i="1" dirty="0">
                  <a:solidFill>
                    <a:srgbClr val="7030A0"/>
                  </a:solidFill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charset="0"/>
                            </a:rPr>
                            <m:t>100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𝟒𝟗𝟗𝟖𝟗𝟏𝟕𝟏</m:t>
                      </m:r>
                    </m:oMath>
                  </m:oMathPara>
                </a14:m>
                <a:endParaRPr lang="en-US" altLang="ko-KR" b="1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206367"/>
                <a:ext cx="2344936" cy="658385"/>
              </a:xfrm>
              <a:prstGeom prst="rect">
                <a:avLst/>
              </a:prstGeom>
              <a:blipFill>
                <a:blip r:embed="rId4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상자 4"/>
          <p:cNvSpPr txBox="1"/>
          <p:nvPr/>
        </p:nvSpPr>
        <p:spPr>
          <a:xfrm>
            <a:off x="1708230" y="4643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mr-IN" altLang="ko-KR"/>
              <a:t>…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xmlns="" id="{EBEC8394-6585-4C3F-9945-3B7955CCEDF6}"/>
                  </a:ext>
                </a:extLst>
              </p:cNvPr>
              <p:cNvSpPr/>
              <p:nvPr/>
            </p:nvSpPr>
            <p:spPr>
              <a:xfrm>
                <a:off x="1475656" y="3057852"/>
                <a:ext cx="5510226" cy="6549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</a:rPr>
                        <m:t>𝟓𝟒</m:t>
                      </m:r>
                      <m:r>
                        <a:rPr lang="en-US" altLang="ko-KR" i="1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𝟖𝟒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+6×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𝟓𝟒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>
                          <a:solidFill>
                            <a:srgbClr val="7030A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𝟒𝟖𝟎</m:t>
                      </m:r>
                    </m:oMath>
                  </m:oMathPara>
                </a14:m>
                <a:endParaRPr lang="en-US" altLang="ko-KR" b="1" i="1" dirty="0">
                  <a:solidFill>
                    <a:srgbClr val="7030A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ko-KR" i="1">
                          <a:latin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𝟖𝟒</m:t>
                      </m:r>
                      <m:r>
                        <a:rPr lang="en-US" altLang="ko-KR" b="0" i="1" smtClean="0">
                          <a:latin typeface="Cambria Math" charset="0"/>
                        </a:rPr>
                        <m:t>−0.1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charset="0"/>
                            </a:rPr>
                            <m:t>4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𝟖𝟒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+4</m:t>
                          </m:r>
                          <m:r>
                            <a:rPr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𝟎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altLang="ko-KR" b="1" i="1" smtClean="0">
                              <a:solidFill>
                                <a:srgbClr val="7030A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𝟓𝟒</m:t>
                          </m:r>
                          <m:r>
                            <a:rPr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−6</m:t>
                          </m:r>
                        </m:e>
                      </m:d>
                      <m:r>
                        <a:rPr lang="en-US" altLang="ko-KR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𝟎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𝟖𝟖𝟖</m:t>
                      </m:r>
                    </m:oMath>
                  </m:oMathPara>
                </a14:m>
                <a:endParaRPr lang="en-US" altLang="ko-KR" b="1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EBEC8394-6585-4C3F-9945-3B7955CCE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057852"/>
                <a:ext cx="5510226" cy="654988"/>
              </a:xfrm>
              <a:prstGeom prst="rect">
                <a:avLst/>
              </a:prstGeom>
              <a:blipFill>
                <a:blip r:embed="rId5"/>
                <a:stretch>
                  <a:fillRect b="-1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9509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Final Results</a:t>
            </a:r>
            <a:endParaRPr kumimoji="1"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60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최종 결과</a:t>
            </a:r>
            <a:endParaRPr kumimoji="1"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1977365" y="2059516"/>
                <a:ext cx="54563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ko-K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800" dirty="0"/>
                  <a:t>=</a:t>
                </a:r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charset="0"/>
                      </a:rPr>
                      <m:t>1.49989171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altLang="ko-KR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+0.00007713</m:t>
                    </m:r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365" y="2059516"/>
                <a:ext cx="5456302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3450198" y="530986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7" name="Oval 17"/>
          <p:cNvSpPr>
            <a:spLocks noChangeArrowheads="1"/>
          </p:cNvSpPr>
          <p:nvPr/>
        </p:nvSpPr>
        <p:spPr bwMode="auto">
          <a:xfrm>
            <a:off x="4553116" y="3388636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sp>
        <p:nvSpPr>
          <p:cNvPr id="8" name="Oval 19"/>
          <p:cNvSpPr>
            <a:spLocks noChangeArrowheads="1"/>
          </p:cNvSpPr>
          <p:nvPr/>
        </p:nvSpPr>
        <p:spPr bwMode="auto">
          <a:xfrm>
            <a:off x="4553116" y="430403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fontAlgn="t" latinLnBrk="0">
              <a:spcBef>
                <a:spcPct val="20000"/>
              </a:spcBef>
              <a:buSzPct val="75000"/>
              <a:buFont typeface="Symbol" pitchFamily="18" charset="2"/>
              <a:buChar char="·"/>
            </a:pPr>
            <a:endParaRPr lang="ko-KR" altLang="en-US">
              <a:latin typeface="굴림" pitchFamily="50" charset="-127"/>
            </a:endParaRPr>
          </a:p>
        </p:txBody>
      </p:sp>
      <p:cxnSp>
        <p:nvCxnSpPr>
          <p:cNvPr id="9" name="직선 화살표 연결선 22"/>
          <p:cNvCxnSpPr>
            <a:cxnSpLocks noChangeShapeType="1"/>
          </p:cNvCxnSpPr>
          <p:nvPr/>
        </p:nvCxnSpPr>
        <p:spPr bwMode="auto">
          <a:xfrm>
            <a:off x="3526399" y="5420140"/>
            <a:ext cx="252877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화살표 연결선 24"/>
          <p:cNvCxnSpPr>
            <a:cxnSpLocks noChangeShapeType="1"/>
          </p:cNvCxnSpPr>
          <p:nvPr/>
        </p:nvCxnSpPr>
        <p:spPr bwMode="auto">
          <a:xfrm flipV="1">
            <a:off x="3526399" y="3203990"/>
            <a:ext cx="0" cy="2216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26"/>
          <p:cNvSpPr txBox="1">
            <a:spLocks noChangeArrowheads="1"/>
          </p:cNvSpPr>
          <p:nvPr/>
        </p:nvSpPr>
        <p:spPr bwMode="auto">
          <a:xfrm>
            <a:off x="6131375" y="5220115"/>
            <a:ext cx="334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2" name="TextBox 27"/>
          <p:cNvSpPr txBox="1">
            <a:spLocks noChangeArrowheads="1"/>
          </p:cNvSpPr>
          <p:nvPr/>
        </p:nvSpPr>
        <p:spPr bwMode="auto">
          <a:xfrm>
            <a:off x="3016811" y="321669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/>
              <a:t>y</a:t>
            </a:r>
            <a:endParaRPr lang="ko-KR" altLang="en-US"/>
          </a:p>
        </p:txBody>
      </p:sp>
      <p:cxnSp>
        <p:nvCxnSpPr>
          <p:cNvPr id="14" name="직선 연결선[R] 13"/>
          <p:cNvCxnSpPr/>
          <p:nvPr/>
        </p:nvCxnSpPr>
        <p:spPr>
          <a:xfrm flipV="1">
            <a:off x="3334311" y="2996952"/>
            <a:ext cx="2101785" cy="2623214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3489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BD61236-671D-45DE-B43E-548A566A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B0D94CF6-9E6B-4205-A579-63959700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61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58FFCFC-17CB-4250-BA7C-CB11FD5A3A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주어진 데이터에 가장 부합하는 모델을 찾아라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기본 모델로 </a:t>
            </a:r>
            <a:r>
              <a:rPr kumimoji="1" lang="en-US" altLang="ko-KR" dirty="0"/>
              <a:t>2</a:t>
            </a:r>
            <a:r>
              <a:rPr kumimoji="1" lang="ko-KR" altLang="en-US" dirty="0"/>
              <a:t>차 함수를 사용하자</a:t>
            </a:r>
            <a:endParaRPr kumimoji="1" lang="en-US" altLang="ko-KR" dirty="0"/>
          </a:p>
          <a:p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r>
              <a:rPr kumimoji="1" lang="en-US" altLang="ko-KR" dirty="0"/>
              <a:t>w</a:t>
            </a:r>
            <a:r>
              <a:rPr kumimoji="1" lang="en-US" altLang="ko-KR" baseline="-25000" dirty="0"/>
              <a:t>0</a:t>
            </a:r>
            <a:r>
              <a:rPr kumimoji="1" lang="en-US" altLang="ko-KR" dirty="0"/>
              <a:t>, w</a:t>
            </a:r>
            <a:r>
              <a:rPr kumimoji="1" lang="en-US" altLang="ko-KR" baseline="-25000" dirty="0"/>
              <a:t>1</a:t>
            </a:r>
            <a:r>
              <a:rPr kumimoji="1" lang="en-US" altLang="ko-KR" dirty="0"/>
              <a:t>, w</a:t>
            </a:r>
            <a:r>
              <a:rPr kumimoji="1" lang="en-US" altLang="ko-KR" baseline="-25000" dirty="0"/>
              <a:t>2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GDM</a:t>
            </a:r>
            <a:r>
              <a:rPr kumimoji="1" lang="ko-KR" altLang="en-US" dirty="0"/>
              <a:t>으로 결정하라</a:t>
            </a:r>
            <a:endParaRPr kumimoji="1" lang="en-US" altLang="ko-KR" dirty="0"/>
          </a:p>
          <a:p>
            <a:endParaRPr kumimoji="1" lang="en-US" altLang="ko-KR" dirty="0"/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xmlns="" id="{035A02B0-BB6A-44D9-8968-5BB1BF24CFBA}"/>
                  </a:ext>
                </a:extLst>
              </p:cNvPr>
              <p:cNvSpPr/>
              <p:nvPr/>
            </p:nvSpPr>
            <p:spPr>
              <a:xfrm>
                <a:off x="1797791" y="4797152"/>
                <a:ext cx="58074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2800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35A02B0-BB6A-44D9-8968-5BB1BF24C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791" y="4797152"/>
                <a:ext cx="580748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E1237654-8FDD-42DE-B26F-38B2E0402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1916832"/>
            <a:ext cx="4870263" cy="221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738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C6A7B49-C6C4-4DDF-923A-90C6EF8E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F21B5C56-A5CA-4ED4-86B8-154AD569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62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상자 9">
                <a:extLst>
                  <a:ext uri="{FF2B5EF4-FFF2-40B4-BE49-F238E27FC236}">
                    <a16:creationId xmlns:a16="http://schemas.microsoft.com/office/drawing/2014/main" xmlns="" id="{5E1988CA-D70F-4006-A481-8EEC5DAE92F4}"/>
                  </a:ext>
                </a:extLst>
              </p:cNvPr>
              <p:cNvSpPr txBox="1"/>
              <p:nvPr/>
            </p:nvSpPr>
            <p:spPr>
              <a:xfrm>
                <a:off x="276920" y="2298471"/>
                <a:ext cx="4271554" cy="629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sz="1600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sz="1600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sz="16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sz="1600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sz="1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1600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sz="1600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sz="1600" dirty="0"/>
              </a:p>
            </p:txBody>
          </p:sp>
        </mc:Choice>
        <mc:Fallback xmlns="">
          <p:sp>
            <p:nvSpPr>
              <p:cNvPr id="5" name="텍스트 상자 9">
                <a:extLst>
                  <a:ext uri="{FF2B5EF4-FFF2-40B4-BE49-F238E27FC236}">
                    <a16:creationId xmlns:a16="http://schemas.microsoft.com/office/drawing/2014/main" id="{5E1988CA-D70F-4006-A481-8EEC5DAE9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20" y="2298471"/>
                <a:ext cx="4271554" cy="629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텍스트 상자 9">
                <a:extLst>
                  <a:ext uri="{FF2B5EF4-FFF2-40B4-BE49-F238E27FC236}">
                    <a16:creationId xmlns:a16="http://schemas.microsoft.com/office/drawing/2014/main" xmlns="" id="{1D95FD20-2283-43FA-90DE-D7795A86ED80}"/>
                  </a:ext>
                </a:extLst>
              </p:cNvPr>
              <p:cNvSpPr txBox="1"/>
              <p:nvPr/>
            </p:nvSpPr>
            <p:spPr>
              <a:xfrm>
                <a:off x="199321" y="3721444"/>
                <a:ext cx="882273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ko-KR" sz="1600" b="0" dirty="0"/>
              </a:p>
            </p:txBody>
          </p:sp>
        </mc:Choice>
        <mc:Fallback xmlns="">
          <p:sp>
            <p:nvSpPr>
              <p:cNvPr id="11" name="텍스트 상자 9">
                <a:extLst>
                  <a:ext uri="{FF2B5EF4-FFF2-40B4-BE49-F238E27FC236}">
                    <a16:creationId xmlns:a16="http://schemas.microsoft.com/office/drawing/2014/main" id="{1D95FD20-2283-43FA-90DE-D7795A86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21" y="3721444"/>
                <a:ext cx="8822736" cy="246221"/>
              </a:xfrm>
              <a:prstGeom prst="rect">
                <a:avLst/>
              </a:prstGeom>
              <a:blipFill>
                <a:blip r:embed="rId3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텍스트 상자 9">
                <a:extLst>
                  <a:ext uri="{FF2B5EF4-FFF2-40B4-BE49-F238E27FC236}">
                    <a16:creationId xmlns:a16="http://schemas.microsoft.com/office/drawing/2014/main" xmlns="" id="{6283A4F1-08DD-4E67-B168-5D364104FAED}"/>
                  </a:ext>
                </a:extLst>
              </p:cNvPr>
              <p:cNvSpPr txBox="1"/>
              <p:nvPr/>
            </p:nvSpPr>
            <p:spPr>
              <a:xfrm>
                <a:off x="271437" y="4241563"/>
                <a:ext cx="9194825" cy="100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ko-KR" sz="1600" b="0" i="1" dirty="0">
                  <a:latin typeface="Cambria Math" panose="02040503050406030204" pitchFamily="18" charset="0"/>
                </a:endParaRPr>
              </a:p>
              <a:p>
                <a:r>
                  <a:rPr kumimoji="1" lang="en-US" altLang="ko-KR" sz="1600" b="0" dirty="0"/>
                  <a:t>                     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600" i="1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kumimoji="1" lang="en-US" altLang="ko-KR" sz="1600" dirty="0"/>
                  <a:t>                      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1600" b="0" i="1" dirty="0">
                    <a:latin typeface="Cambria Math" panose="02040503050406030204" pitchFamily="18" charset="0"/>
                  </a:rPr>
                  <a:t>                                 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16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16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텍스트 상자 9">
                <a:extLst>
                  <a:ext uri="{FF2B5EF4-FFF2-40B4-BE49-F238E27FC236}">
                    <a16:creationId xmlns:a16="http://schemas.microsoft.com/office/drawing/2014/main" id="{6283A4F1-08DD-4E67-B168-5D364104F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37" y="4241563"/>
                <a:ext cx="9194825" cy="1000402"/>
              </a:xfrm>
              <a:prstGeom prst="rect">
                <a:avLst/>
              </a:prstGeom>
              <a:blipFill>
                <a:blip r:embed="rId4"/>
                <a:stretch>
                  <a:fillRect l="-796" b="-36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상자 9">
                <a:extLst>
                  <a:ext uri="{FF2B5EF4-FFF2-40B4-BE49-F238E27FC236}">
                    <a16:creationId xmlns:a16="http://schemas.microsoft.com/office/drawing/2014/main" xmlns="" id="{BA7E284C-695C-4DA9-8A3B-D89670FF7602}"/>
                  </a:ext>
                </a:extLst>
              </p:cNvPr>
              <p:cNvSpPr txBox="1"/>
              <p:nvPr/>
            </p:nvSpPr>
            <p:spPr>
              <a:xfrm>
                <a:off x="271437" y="5525881"/>
                <a:ext cx="8554073" cy="262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18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20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14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텍스트 상자 9">
                <a:extLst>
                  <a:ext uri="{FF2B5EF4-FFF2-40B4-BE49-F238E27FC236}">
                    <a16:creationId xmlns:a16="http://schemas.microsoft.com/office/drawing/2014/main" id="{BA7E284C-695C-4DA9-8A3B-D89670FF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37" y="5525881"/>
                <a:ext cx="8554073" cy="262636"/>
              </a:xfrm>
              <a:prstGeom prst="rect">
                <a:avLst/>
              </a:prstGeom>
              <a:blipFill>
                <a:blip r:embed="rId5"/>
                <a:stretch>
                  <a:fillRect l="-143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xmlns="" id="{031BDDD8-F335-4BE0-8A00-8C772F3F8959}"/>
                  </a:ext>
                </a:extLst>
              </p:cNvPr>
              <p:cNvSpPr/>
              <p:nvPr/>
            </p:nvSpPr>
            <p:spPr>
              <a:xfrm>
                <a:off x="199321" y="1315705"/>
                <a:ext cx="449283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0.0,</m:t>
                              </m:r>
                              <m:r>
                                <a:rPr lang="ko-KR" altLang="en-US" sz="16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0.0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600" i="1"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1.0,</m:t>
                              </m:r>
                              <m:r>
                                <a:rPr lang="ko-KR" altLang="en-US" sz="16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1.0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600" i="1">
                              <a:latin typeface="Cambria Math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1.0,</m:t>
                              </m:r>
                              <m:r>
                                <a:rPr lang="ko-KR" altLang="en-US" sz="16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2.0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.0,</m:t>
                              </m:r>
                              <m:r>
                                <a:rPr lang="ko-KR" altLang="en-US" sz="16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.0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031BDDD8-F335-4BE0-8A00-8C772F3F89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21" y="1315705"/>
                <a:ext cx="449283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xmlns="" id="{EB4F324C-4AE0-41BF-A7B8-4EE039ED0CC7}"/>
                  </a:ext>
                </a:extLst>
              </p:cNvPr>
              <p:cNvSpPr/>
              <p:nvPr/>
            </p:nvSpPr>
            <p:spPr>
              <a:xfrm>
                <a:off x="179512" y="1810454"/>
                <a:ext cx="340907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altLang="ko-KR" sz="1600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EB4F324C-4AE0-41BF-A7B8-4EE039ED0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810454"/>
                <a:ext cx="3409075" cy="338554"/>
              </a:xfrm>
              <a:prstGeom prst="rect">
                <a:avLst/>
              </a:prstGeom>
              <a:blipFill>
                <a:blip r:embed="rId7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3547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C6A7B49-C6C4-4DDF-923A-90C6EF8E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F21B5C56-A5CA-4ED4-86B8-154AD569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63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텍스트 상자 9">
                <a:extLst>
                  <a:ext uri="{FF2B5EF4-FFF2-40B4-BE49-F238E27FC236}">
                    <a16:creationId xmlns:a16="http://schemas.microsoft.com/office/drawing/2014/main" xmlns="" id="{BA7E284C-695C-4DA9-8A3B-D89670FF7602}"/>
                  </a:ext>
                </a:extLst>
              </p:cNvPr>
              <p:cNvSpPr txBox="1"/>
              <p:nvPr/>
            </p:nvSpPr>
            <p:spPr>
              <a:xfrm>
                <a:off x="294963" y="1459974"/>
                <a:ext cx="8554073" cy="262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18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20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14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텍스트 상자 9">
                <a:extLst>
                  <a:ext uri="{FF2B5EF4-FFF2-40B4-BE49-F238E27FC236}">
                    <a16:creationId xmlns:a16="http://schemas.microsoft.com/office/drawing/2014/main" id="{BA7E284C-695C-4DA9-8A3B-D89670FF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3" y="1459974"/>
                <a:ext cx="8554073" cy="262636"/>
              </a:xfrm>
              <a:prstGeom prst="rect">
                <a:avLst/>
              </a:prstGeom>
              <a:blipFill>
                <a:blip r:embed="rId2"/>
                <a:stretch>
                  <a:fillRect l="-71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텍스트 상자 9">
                <a:extLst>
                  <a:ext uri="{FF2B5EF4-FFF2-40B4-BE49-F238E27FC236}">
                    <a16:creationId xmlns:a16="http://schemas.microsoft.com/office/drawing/2014/main" xmlns="" id="{DB86A8A0-D778-4442-B38D-F01C2F9AF184}"/>
                  </a:ext>
                </a:extLst>
              </p:cNvPr>
              <p:cNvSpPr txBox="1"/>
              <p:nvPr/>
            </p:nvSpPr>
            <p:spPr>
              <a:xfrm>
                <a:off x="270133" y="2780928"/>
                <a:ext cx="4125938" cy="508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20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텍스트 상자 9">
                <a:extLst>
                  <a:ext uri="{FF2B5EF4-FFF2-40B4-BE49-F238E27FC236}">
                    <a16:creationId xmlns:a16="http://schemas.microsoft.com/office/drawing/2014/main" id="{DB86A8A0-D778-4442-B38D-F01C2F9AF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33" y="2780928"/>
                <a:ext cx="4125938" cy="5084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텍스트 상자 9">
                <a:extLst>
                  <a:ext uri="{FF2B5EF4-FFF2-40B4-BE49-F238E27FC236}">
                    <a16:creationId xmlns:a16="http://schemas.microsoft.com/office/drawing/2014/main" xmlns="" id="{34E4295F-BE1B-427C-B3D1-58768871C69C}"/>
                  </a:ext>
                </a:extLst>
              </p:cNvPr>
              <p:cNvSpPr txBox="1"/>
              <p:nvPr/>
            </p:nvSpPr>
            <p:spPr>
              <a:xfrm>
                <a:off x="198062" y="3501975"/>
                <a:ext cx="4398384" cy="508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36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+20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−14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텍스트 상자 9">
                <a:extLst>
                  <a:ext uri="{FF2B5EF4-FFF2-40B4-BE49-F238E27FC236}">
                    <a16:creationId xmlns:a16="http://schemas.microsoft.com/office/drawing/2014/main" id="{34E4295F-BE1B-427C-B3D1-58768871C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2" y="3501975"/>
                <a:ext cx="4398384" cy="508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텍스트 상자 9">
                <a:extLst>
                  <a:ext uri="{FF2B5EF4-FFF2-40B4-BE49-F238E27FC236}">
                    <a16:creationId xmlns:a16="http://schemas.microsoft.com/office/drawing/2014/main" xmlns="" id="{826A8F26-43F6-4CEF-ADDC-729D1D4698F4}"/>
                  </a:ext>
                </a:extLst>
              </p:cNvPr>
              <p:cNvSpPr txBox="1"/>
              <p:nvPr/>
            </p:nvSpPr>
            <p:spPr>
              <a:xfrm>
                <a:off x="270133" y="2058477"/>
                <a:ext cx="3903056" cy="510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텍스트 상자 9">
                <a:extLst>
                  <a:ext uri="{FF2B5EF4-FFF2-40B4-BE49-F238E27FC236}">
                    <a16:creationId xmlns:a16="http://schemas.microsoft.com/office/drawing/2014/main" id="{826A8F26-43F6-4CEF-ADDC-729D1D469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33" y="2058477"/>
                <a:ext cx="3903056" cy="510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8680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9">
                <a:extLst>
                  <a:ext uri="{FF2B5EF4-FFF2-40B4-BE49-F238E27FC236}">
                    <a16:creationId xmlns:a16="http://schemas.microsoft.com/office/drawing/2014/main" xmlns="" id="{1A942DDA-690E-4410-9D3A-9344947A2D16}"/>
                  </a:ext>
                </a:extLst>
              </p:cNvPr>
              <p:cNvSpPr txBox="1"/>
              <p:nvPr/>
            </p:nvSpPr>
            <p:spPr>
              <a:xfrm>
                <a:off x="529271" y="1075954"/>
                <a:ext cx="3903056" cy="510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텍스트 상자 9">
                <a:extLst>
                  <a:ext uri="{FF2B5EF4-FFF2-40B4-BE49-F238E27FC236}">
                    <a16:creationId xmlns:a16="http://schemas.microsoft.com/office/drawing/2014/main" id="{1A942DDA-690E-4410-9D3A-9344947A2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1" y="1075954"/>
                <a:ext cx="3903056" cy="510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F0C53DF8-9EA3-4FBD-AB90-58E3084F5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78979"/>
            <a:ext cx="4064775" cy="327212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연습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64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텍스트 상자 9">
                <a:extLst>
                  <a:ext uri="{FF2B5EF4-FFF2-40B4-BE49-F238E27FC236}">
                    <a16:creationId xmlns:a16="http://schemas.microsoft.com/office/drawing/2014/main" xmlns="" id="{A25FA7E3-B9BC-4293-A2D0-6C84ED439AA6}"/>
                  </a:ext>
                </a:extLst>
              </p:cNvPr>
              <p:cNvSpPr txBox="1"/>
              <p:nvPr/>
            </p:nvSpPr>
            <p:spPr>
              <a:xfrm>
                <a:off x="527412" y="1710459"/>
                <a:ext cx="4125938" cy="508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20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텍스트 상자 9">
                <a:extLst>
                  <a:ext uri="{FF2B5EF4-FFF2-40B4-BE49-F238E27FC236}">
                    <a16:creationId xmlns:a16="http://schemas.microsoft.com/office/drawing/2014/main" id="{A25FA7E3-B9BC-4293-A2D0-6C84ED439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12" y="1710459"/>
                <a:ext cx="4125938" cy="508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텍스트 상자 9">
                <a:extLst>
                  <a:ext uri="{FF2B5EF4-FFF2-40B4-BE49-F238E27FC236}">
                    <a16:creationId xmlns:a16="http://schemas.microsoft.com/office/drawing/2014/main" xmlns="" id="{3F663D93-CDD7-4C46-8B62-5E87ED2F184D}"/>
                  </a:ext>
                </a:extLst>
              </p:cNvPr>
              <p:cNvSpPr txBox="1"/>
              <p:nvPr/>
            </p:nvSpPr>
            <p:spPr>
              <a:xfrm>
                <a:off x="481148" y="2349463"/>
                <a:ext cx="4398384" cy="508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sz="16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b="0" i="1" smtClean="0">
                          <a:latin typeface="Cambria Math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36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</a:rPr>
                        <m:t>+20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ko-KR" sz="16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−14</m:t>
                      </m:r>
                    </m:oMath>
                  </m:oMathPara>
                </a14:m>
                <a:endParaRPr kumimoji="1"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텍스트 상자 9">
                <a:extLst>
                  <a:ext uri="{FF2B5EF4-FFF2-40B4-BE49-F238E27FC236}">
                    <a16:creationId xmlns:a16="http://schemas.microsoft.com/office/drawing/2014/main" id="{3F663D93-CDD7-4C46-8B62-5E87ED2F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48" y="2349463"/>
                <a:ext cx="4398384" cy="5084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076E160A-08D2-413F-A541-D5E07EF1BBE2}"/>
              </a:ext>
            </a:extLst>
          </p:cNvPr>
          <p:cNvGrpSpPr/>
          <p:nvPr/>
        </p:nvGrpSpPr>
        <p:grpSpPr>
          <a:xfrm>
            <a:off x="2267744" y="1078788"/>
            <a:ext cx="6120680" cy="4886312"/>
            <a:chOff x="2267744" y="1085291"/>
            <a:chExt cx="6120680" cy="4886312"/>
          </a:xfrm>
        </p:grpSpPr>
        <p:sp>
          <p:nvSpPr>
            <p:cNvPr id="5" name="타원 4"/>
            <p:cNvSpPr/>
            <p:nvPr/>
          </p:nvSpPr>
          <p:spPr>
            <a:xfrm>
              <a:off x="2267744" y="1085291"/>
              <a:ext cx="2302768" cy="471501"/>
            </a:xfrm>
            <a:prstGeom prst="ellipse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561470" y="5179515"/>
              <a:ext cx="1826954" cy="792088"/>
            </a:xfrm>
            <a:prstGeom prst="ellipse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" name="자유형 5"/>
            <p:cNvSpPr/>
            <p:nvPr/>
          </p:nvSpPr>
          <p:spPr>
            <a:xfrm rot="2402720">
              <a:off x="4384155" y="1951931"/>
              <a:ext cx="3324108" cy="502965"/>
            </a:xfrm>
            <a:custGeom>
              <a:avLst/>
              <a:gdLst>
                <a:gd name="connsiteX0" fmla="*/ 0 w 3700463"/>
                <a:gd name="connsiteY0" fmla="*/ 714609 h 714609"/>
                <a:gd name="connsiteX1" fmla="*/ 1728788 w 3700463"/>
                <a:gd name="connsiteY1" fmla="*/ 234 h 714609"/>
                <a:gd name="connsiteX2" fmla="*/ 3700463 w 3700463"/>
                <a:gd name="connsiteY2" fmla="*/ 628884 h 71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00463" h="714609">
                  <a:moveTo>
                    <a:pt x="0" y="714609"/>
                  </a:moveTo>
                  <a:cubicBezTo>
                    <a:pt x="556022" y="364565"/>
                    <a:pt x="1112044" y="14521"/>
                    <a:pt x="1728788" y="234"/>
                  </a:cubicBezTo>
                  <a:cubicBezTo>
                    <a:pt x="2345532" y="-14053"/>
                    <a:pt x="3700463" y="628884"/>
                    <a:pt x="3700463" y="628884"/>
                  </a:cubicBezTo>
                </a:path>
              </a:pathLst>
            </a:custGeom>
            <a:noFill/>
            <a:ln w="25400"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4" name="자유형 13"/>
            <p:cNvSpPr/>
            <p:nvPr/>
          </p:nvSpPr>
          <p:spPr>
            <a:xfrm rot="2521961" flipV="1">
              <a:off x="2820549" y="3967153"/>
              <a:ext cx="3985314" cy="995930"/>
            </a:xfrm>
            <a:custGeom>
              <a:avLst/>
              <a:gdLst>
                <a:gd name="connsiteX0" fmla="*/ 0 w 3700463"/>
                <a:gd name="connsiteY0" fmla="*/ 714609 h 714609"/>
                <a:gd name="connsiteX1" fmla="*/ 1728788 w 3700463"/>
                <a:gd name="connsiteY1" fmla="*/ 234 h 714609"/>
                <a:gd name="connsiteX2" fmla="*/ 3700463 w 3700463"/>
                <a:gd name="connsiteY2" fmla="*/ 628884 h 71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00463" h="714609">
                  <a:moveTo>
                    <a:pt x="0" y="714609"/>
                  </a:moveTo>
                  <a:cubicBezTo>
                    <a:pt x="556022" y="364565"/>
                    <a:pt x="1112044" y="14521"/>
                    <a:pt x="1728788" y="234"/>
                  </a:cubicBezTo>
                  <a:cubicBezTo>
                    <a:pt x="2345532" y="-14053"/>
                    <a:pt x="3700463" y="628884"/>
                    <a:pt x="3700463" y="628884"/>
                  </a:cubicBezTo>
                </a:path>
              </a:pathLst>
            </a:custGeom>
            <a:noFill/>
            <a:ln w="25400"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xmlns="" id="{A225D267-30B5-4F73-A6AC-BAF3E5B28DB2}"/>
                </a:ext>
              </a:extLst>
            </p:cNvPr>
            <p:cNvSpPr/>
            <p:nvPr/>
          </p:nvSpPr>
          <p:spPr>
            <a:xfrm>
              <a:off x="6489050" y="4325961"/>
              <a:ext cx="1826954" cy="792088"/>
            </a:xfrm>
            <a:prstGeom prst="ellipse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xmlns="" id="{D232385F-59C4-4574-BF8A-330DF3AC24F1}"/>
                </a:ext>
              </a:extLst>
            </p:cNvPr>
            <p:cNvSpPr/>
            <p:nvPr/>
          </p:nvSpPr>
          <p:spPr>
            <a:xfrm>
              <a:off x="6560322" y="3394535"/>
              <a:ext cx="1826954" cy="792088"/>
            </a:xfrm>
            <a:prstGeom prst="ellipse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xmlns="" id="{3F9D5F77-6DEA-42E0-A74E-33FD30B9EC0C}"/>
                </a:ext>
              </a:extLst>
            </p:cNvPr>
            <p:cNvSpPr/>
            <p:nvPr/>
          </p:nvSpPr>
          <p:spPr>
            <a:xfrm>
              <a:off x="2350582" y="1709251"/>
              <a:ext cx="2302768" cy="471501"/>
            </a:xfrm>
            <a:prstGeom prst="ellipse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xmlns="" id="{F4A020A9-3476-4ACB-A3E8-6A1E6B4D4F5B}"/>
                </a:ext>
              </a:extLst>
            </p:cNvPr>
            <p:cNvSpPr/>
            <p:nvPr/>
          </p:nvSpPr>
          <p:spPr>
            <a:xfrm>
              <a:off x="2480799" y="2347264"/>
              <a:ext cx="2302768" cy="471501"/>
            </a:xfrm>
            <a:prstGeom prst="ellipse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자유형 5">
              <a:extLst>
                <a:ext uri="{FF2B5EF4-FFF2-40B4-BE49-F238E27FC236}">
                  <a16:creationId xmlns:a16="http://schemas.microsoft.com/office/drawing/2014/main" xmlns="" id="{2DDD1110-5329-4963-818C-E1B60C46A81D}"/>
                </a:ext>
              </a:extLst>
            </p:cNvPr>
            <p:cNvSpPr/>
            <p:nvPr/>
          </p:nvSpPr>
          <p:spPr>
            <a:xfrm rot="3045469">
              <a:off x="4274334" y="2752300"/>
              <a:ext cx="3235620" cy="574213"/>
            </a:xfrm>
            <a:custGeom>
              <a:avLst/>
              <a:gdLst>
                <a:gd name="connsiteX0" fmla="*/ 0 w 3700463"/>
                <a:gd name="connsiteY0" fmla="*/ 714609 h 714609"/>
                <a:gd name="connsiteX1" fmla="*/ 1728788 w 3700463"/>
                <a:gd name="connsiteY1" fmla="*/ 234 h 714609"/>
                <a:gd name="connsiteX2" fmla="*/ 3700463 w 3700463"/>
                <a:gd name="connsiteY2" fmla="*/ 628884 h 71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00463" h="714609">
                  <a:moveTo>
                    <a:pt x="0" y="714609"/>
                  </a:moveTo>
                  <a:cubicBezTo>
                    <a:pt x="556022" y="364565"/>
                    <a:pt x="1112044" y="14521"/>
                    <a:pt x="1728788" y="234"/>
                  </a:cubicBezTo>
                  <a:cubicBezTo>
                    <a:pt x="2345532" y="-14053"/>
                    <a:pt x="3700463" y="628884"/>
                    <a:pt x="3700463" y="628884"/>
                  </a:cubicBezTo>
                </a:path>
              </a:pathLst>
            </a:custGeom>
            <a:noFill/>
            <a:ln w="25400"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0815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4">
                <a:extLst>
                  <a:ext uri="{FF2B5EF4-FFF2-40B4-BE49-F238E27FC236}">
                    <a16:creationId xmlns:a16="http://schemas.microsoft.com/office/drawing/2014/main" xmlns="" id="{BE1879CB-9EFE-45FA-8E6E-7CF74CEE56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1600" y="1714227"/>
                <a:ext cx="7254517" cy="410137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Randomly choose an initial solution,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sz="2000" i="1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Repeat</a:t>
                </a: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Until stopping condition is satisfied</a:t>
                </a:r>
              </a:p>
            </p:txBody>
          </p:sp>
        </mc:Choice>
        <mc:Fallback xmlns="">
          <p:sp>
            <p:nvSpPr>
              <p:cNvPr id="31" name="Text Box 4">
                <a:extLst>
                  <a:ext uri="{FF2B5EF4-FFF2-40B4-BE49-F238E27FC236}">
                    <a16:creationId xmlns:a16="http://schemas.microsoft.com/office/drawing/2014/main" id="{BE1879CB-9EFE-45FA-8E6E-7CF74CEE5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1714227"/>
                <a:ext cx="7254517" cy="4101379"/>
              </a:xfrm>
              <a:prstGeom prst="rect">
                <a:avLst/>
              </a:prstGeom>
              <a:blipFill>
                <a:blip r:embed="rId2"/>
                <a:stretch>
                  <a:fillRect l="-840" t="-594" b="-1634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연습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65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xmlns="" id="{6F1817A2-4657-4DBA-A6EA-290C8B328129}"/>
                  </a:ext>
                </a:extLst>
              </p:cNvPr>
              <p:cNvSpPr txBox="1"/>
              <p:nvPr/>
            </p:nvSpPr>
            <p:spPr>
              <a:xfrm>
                <a:off x="1909379" y="2874104"/>
                <a:ext cx="5341655" cy="377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12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+8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−8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id="{6F1817A2-4657-4DBA-A6EA-290C8B328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379" y="2874104"/>
                <a:ext cx="5341655" cy="377796"/>
              </a:xfrm>
              <a:prstGeom prst="rect">
                <a:avLst/>
              </a:prstGeom>
              <a:blipFill>
                <a:blip r:embed="rId3"/>
                <a:stretch>
                  <a:fillRect l="-114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xmlns="" id="{13A88CCE-73C4-4254-86C7-E80B89B422D0}"/>
                  </a:ext>
                </a:extLst>
              </p:cNvPr>
              <p:cNvSpPr txBox="1"/>
              <p:nvPr/>
            </p:nvSpPr>
            <p:spPr>
              <a:xfrm>
                <a:off x="1946199" y="3799216"/>
                <a:ext cx="5748818" cy="377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12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+20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+8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−10</m:t>
                          </m:r>
                          <m:r>
                            <m:rPr>
                              <m:nor/>
                            </m:rP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id="{13A88CCE-73C4-4254-86C7-E80B89B4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199" y="3799216"/>
                <a:ext cx="5748818" cy="377411"/>
              </a:xfrm>
              <a:prstGeom prst="rect">
                <a:avLst/>
              </a:prstGeom>
              <a:blipFill>
                <a:blip r:embed="rId4"/>
                <a:stretch>
                  <a:fillRect l="-106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xmlns="" id="{D1CAEB60-3525-492D-BA91-B0F85EA43A6B}"/>
                  </a:ext>
                </a:extLst>
              </p:cNvPr>
              <p:cNvSpPr txBox="1"/>
              <p:nvPr/>
            </p:nvSpPr>
            <p:spPr>
              <a:xfrm>
                <a:off x="1954412" y="4668592"/>
                <a:ext cx="5918736" cy="377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4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4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36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+20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+12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−14</m:t>
                          </m:r>
                          <m:r>
                            <m:rPr>
                              <m:nor/>
                            </m:rPr>
                            <a:rPr kumimoji="1" lang="en-US" altLang="ko-KR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id="{D1CAEB60-3525-492D-BA91-B0F85EA43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12" y="4668592"/>
                <a:ext cx="5918736" cy="377796"/>
              </a:xfrm>
              <a:prstGeom prst="rect">
                <a:avLst/>
              </a:prstGeom>
              <a:blipFill>
                <a:blip r:embed="rId5"/>
                <a:stretch>
                  <a:fillRect l="-103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20840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C6A7B49-C6C4-4DDF-923A-90C6EF8E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F21B5C56-A5CA-4ED4-86B8-154AD569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66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xmlns="" id="{2E99854A-6827-46DB-B403-650A088C36B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실제로 구현하는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상자 9">
                <a:extLst>
                  <a:ext uri="{FF2B5EF4-FFF2-40B4-BE49-F238E27FC236}">
                    <a16:creationId xmlns:a16="http://schemas.microsoft.com/office/drawing/2014/main" xmlns="" id="{5E1988CA-D70F-4006-A481-8EEC5DAE92F4}"/>
                  </a:ext>
                </a:extLst>
              </p:cNvPr>
              <p:cNvSpPr txBox="1"/>
              <p:nvPr/>
            </p:nvSpPr>
            <p:spPr>
              <a:xfrm>
                <a:off x="1690475" y="1787255"/>
                <a:ext cx="4823628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 i="0" smtClean="0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1" lang="mr-IN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𝐱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5" name="텍스트 상자 9">
                <a:extLst>
                  <a:ext uri="{FF2B5EF4-FFF2-40B4-BE49-F238E27FC236}">
                    <a16:creationId xmlns:a16="http://schemas.microsoft.com/office/drawing/2014/main" id="{5E1988CA-D70F-4006-A481-8EEC5DAE9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475" y="1787255"/>
                <a:ext cx="4823628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상자 9">
                <a:extLst>
                  <a:ext uri="{FF2B5EF4-FFF2-40B4-BE49-F238E27FC236}">
                    <a16:creationId xmlns:a16="http://schemas.microsoft.com/office/drawing/2014/main" xmlns="" id="{9EEFD616-EB0D-4180-A906-AB336879D034}"/>
                  </a:ext>
                </a:extLst>
              </p:cNvPr>
              <p:cNvSpPr txBox="1"/>
              <p:nvPr/>
            </p:nvSpPr>
            <p:spPr>
              <a:xfrm>
                <a:off x="1978507" y="3697559"/>
                <a:ext cx="5294013" cy="36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ko-KR" b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kumimoji="1" lang="mr-IN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mr-IN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mr-IN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b="1">
                            <a:latin typeface="Cambria Math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ko-KR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mr-IN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mr-IN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charset="0"/>
                              </a:rPr>
                              <m:t>−</m:t>
                            </m:r>
                            <m:r>
                              <a:rPr kumimoji="1" lang="en-US" altLang="ko-KR" i="1">
                                <a:latin typeface="Cambria Math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mr-IN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mr-IN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ko-KR" b="1">
                                    <a:latin typeface="Cambria Math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6" name="텍스트 상자 9">
                <a:extLst>
                  <a:ext uri="{FF2B5EF4-FFF2-40B4-BE49-F238E27FC236}">
                    <a16:creationId xmlns:a16="http://schemas.microsoft.com/office/drawing/2014/main" id="{9EEFD616-EB0D-4180-A906-AB336879D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507" y="3697559"/>
                <a:ext cx="5294013" cy="367345"/>
              </a:xfrm>
              <a:prstGeom prst="rect">
                <a:avLst/>
              </a:prstGeom>
              <a:blipFill>
                <a:blip r:embed="rId3"/>
                <a:stretch>
                  <a:fillRect l="-2765" t="-1667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상자 9">
                <a:extLst>
                  <a:ext uri="{FF2B5EF4-FFF2-40B4-BE49-F238E27FC236}">
                    <a16:creationId xmlns:a16="http://schemas.microsoft.com/office/drawing/2014/main" xmlns="" id="{1310F992-40EF-407A-B306-91B4E6DC460C}"/>
                  </a:ext>
                </a:extLst>
              </p:cNvPr>
              <p:cNvSpPr txBox="1"/>
              <p:nvPr/>
            </p:nvSpPr>
            <p:spPr>
              <a:xfrm>
                <a:off x="3130635" y="2628743"/>
                <a:ext cx="3183564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0" name="텍스트 상자 9">
                <a:extLst>
                  <a:ext uri="{FF2B5EF4-FFF2-40B4-BE49-F238E27FC236}">
                    <a16:creationId xmlns:a16="http://schemas.microsoft.com/office/drawing/2014/main" id="{1310F992-40EF-407A-B306-91B4E6DC4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635" y="2628743"/>
                <a:ext cx="318356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텍스트 상자 9">
                <a:extLst>
                  <a:ext uri="{FF2B5EF4-FFF2-40B4-BE49-F238E27FC236}">
                    <a16:creationId xmlns:a16="http://schemas.microsoft.com/office/drawing/2014/main" xmlns="" id="{1D95FD20-2283-43FA-90DE-D7795A86ED80}"/>
                  </a:ext>
                </a:extLst>
              </p:cNvPr>
              <p:cNvSpPr txBox="1"/>
              <p:nvPr/>
            </p:nvSpPr>
            <p:spPr>
              <a:xfrm>
                <a:off x="1834491" y="4667575"/>
                <a:ext cx="538532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kumimoji="1" lang="en-US" altLang="ko-KR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kumimoji="1"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ko-KR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1" name="텍스트 상자 9">
                <a:extLst>
                  <a:ext uri="{FF2B5EF4-FFF2-40B4-BE49-F238E27FC236}">
                    <a16:creationId xmlns:a16="http://schemas.microsoft.com/office/drawing/2014/main" id="{1D95FD20-2283-43FA-90DE-D7795A86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491" y="4667575"/>
                <a:ext cx="538532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텍스트 상자 9">
                <a:extLst>
                  <a:ext uri="{FF2B5EF4-FFF2-40B4-BE49-F238E27FC236}">
                    <a16:creationId xmlns:a16="http://schemas.microsoft.com/office/drawing/2014/main" xmlns="" id="{738D7E0F-5370-4EC5-A6AC-D65B0154B1BB}"/>
                  </a:ext>
                </a:extLst>
              </p:cNvPr>
              <p:cNvSpPr txBox="1"/>
              <p:nvPr/>
            </p:nvSpPr>
            <p:spPr>
              <a:xfrm>
                <a:off x="3635896" y="5445224"/>
                <a:ext cx="3591689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ko-KR" alt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ko-KR" alt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mr-IN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mr-IN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2" name="텍스트 상자 9">
                <a:extLst>
                  <a:ext uri="{FF2B5EF4-FFF2-40B4-BE49-F238E27FC236}">
                    <a16:creationId xmlns:a16="http://schemas.microsoft.com/office/drawing/2014/main" id="{738D7E0F-5370-4EC5-A6AC-D65B0154B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445224"/>
                <a:ext cx="3591689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669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연습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67</a:t>
            </a:fld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5" name="타원 4"/>
          <p:cNvSpPr/>
          <p:nvPr/>
        </p:nvSpPr>
        <p:spPr>
          <a:xfrm>
            <a:off x="1808635" y="1543112"/>
            <a:ext cx="1651509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1791495" y="2297313"/>
            <a:ext cx="1651509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4">
                <a:extLst>
                  <a:ext uri="{FF2B5EF4-FFF2-40B4-BE49-F238E27FC236}">
                    <a16:creationId xmlns:a16="http://schemas.microsoft.com/office/drawing/2014/main" xmlns="" id="{E54F49BA-0FC4-4230-B355-FF14479F3F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7664" y="1339843"/>
                <a:ext cx="6279433" cy="502470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Randomly choose an initial solution,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sz="2000" i="1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Repeat</a:t>
                </a: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Until stopping condition is satisfied</a:t>
                </a:r>
              </a:p>
            </p:txBody>
          </p:sp>
        </mc:Choice>
        <mc:Fallback xmlns="">
          <p:sp>
            <p:nvSpPr>
              <p:cNvPr id="17" name="Text Box 4">
                <a:extLst>
                  <a:ext uri="{FF2B5EF4-FFF2-40B4-BE49-F238E27FC236}">
                    <a16:creationId xmlns:a16="http://schemas.microsoft.com/office/drawing/2014/main" id="{E54F49BA-0FC4-4230-B355-FF14479F3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1339843"/>
                <a:ext cx="6279433" cy="5024709"/>
              </a:xfrm>
              <a:prstGeom prst="rect">
                <a:avLst/>
              </a:prstGeom>
              <a:blipFill>
                <a:blip r:embed="rId2"/>
                <a:stretch>
                  <a:fillRect l="-1068" t="-607" b="-1214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xmlns="" id="{6F1817A2-4657-4DBA-A6EA-290C8B328129}"/>
                  </a:ext>
                </a:extLst>
              </p:cNvPr>
              <p:cNvSpPr txBox="1"/>
              <p:nvPr/>
            </p:nvSpPr>
            <p:spPr>
              <a:xfrm>
                <a:off x="2506544" y="2020472"/>
                <a:ext cx="5043240" cy="926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2400" i="1" smtClean="0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b="0" i="1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id="{6F1817A2-4657-4DBA-A6EA-290C8B328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544" y="2020472"/>
                <a:ext cx="5043240" cy="926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xmlns="" id="{13A88CCE-73C4-4254-86C7-E80B89B422D0}"/>
                  </a:ext>
                </a:extLst>
              </p:cNvPr>
              <p:cNvSpPr txBox="1"/>
              <p:nvPr/>
            </p:nvSpPr>
            <p:spPr>
              <a:xfrm>
                <a:off x="2522263" y="3424832"/>
                <a:ext cx="5036122" cy="926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2400" i="1" smtClean="0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id="{13A88CCE-73C4-4254-86C7-E80B89B4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263" y="3424832"/>
                <a:ext cx="5036122" cy="926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xmlns="" id="{D1CAEB60-3525-492D-BA91-B0F85EA43A6B}"/>
                  </a:ext>
                </a:extLst>
              </p:cNvPr>
              <p:cNvSpPr txBox="1"/>
              <p:nvPr/>
            </p:nvSpPr>
            <p:spPr>
              <a:xfrm>
                <a:off x="2530915" y="4792984"/>
                <a:ext cx="5043240" cy="926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4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kumimoji="1" lang="mr-I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kumimoji="1" lang="en-US" altLang="ko-KR" sz="2400" i="1">
                                      <a:latin typeface="Cambria Math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kumimoji="1" lang="mr-IN" altLang="ko-KR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kumimoji="1" lang="en-US" altLang="ko-KR" sz="2400" i="1" smtClean="0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4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ko-KR" sz="2400" b="0" i="1" smtClean="0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4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400" dirty="0"/>
              </a:p>
            </p:txBody>
          </p:sp>
        </mc:Choice>
        <mc:Fallback xmlns="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id="{D1CAEB60-3525-492D-BA91-B0F85EA43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915" y="4792984"/>
                <a:ext cx="5043240" cy="926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타원 20">
            <a:extLst>
              <a:ext uri="{FF2B5EF4-FFF2-40B4-BE49-F238E27FC236}">
                <a16:creationId xmlns:a16="http://schemas.microsoft.com/office/drawing/2014/main" xmlns="" id="{CFF7E69C-D905-42D3-9C16-20FD1BB3A71D}"/>
              </a:ext>
            </a:extLst>
          </p:cNvPr>
          <p:cNvSpPr/>
          <p:nvPr/>
        </p:nvSpPr>
        <p:spPr>
          <a:xfrm>
            <a:off x="4489889" y="2048312"/>
            <a:ext cx="504056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4896193E-D124-4E2F-B0E3-65787062F0DC}"/>
              </a:ext>
            </a:extLst>
          </p:cNvPr>
          <p:cNvSpPr/>
          <p:nvPr/>
        </p:nvSpPr>
        <p:spPr>
          <a:xfrm>
            <a:off x="4485841" y="3492248"/>
            <a:ext cx="504056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xmlns="" id="{FF6CCD00-3C8E-43E4-AC7D-BA2F220D6365}"/>
              </a:ext>
            </a:extLst>
          </p:cNvPr>
          <p:cNvSpPr/>
          <p:nvPr/>
        </p:nvSpPr>
        <p:spPr>
          <a:xfrm>
            <a:off x="4500162" y="4829192"/>
            <a:ext cx="504056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85730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연습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68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4">
                <a:extLst>
                  <a:ext uri="{FF2B5EF4-FFF2-40B4-BE49-F238E27FC236}">
                    <a16:creationId xmlns:a16="http://schemas.microsoft.com/office/drawing/2014/main" xmlns="" id="{E54F49BA-0FC4-4230-B355-FF14479F3F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552" y="1268760"/>
                <a:ext cx="8496944" cy="502470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Randomly choose an initial solution,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2000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2000" i="1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sz="2000" i="1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Repeat</a:t>
                </a: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sz="2000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sz="2000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Until stopping condition is satisfied</a:t>
                </a:r>
              </a:p>
            </p:txBody>
          </p:sp>
        </mc:Choice>
        <mc:Fallback xmlns="">
          <p:sp>
            <p:nvSpPr>
              <p:cNvPr id="17" name="Text Box 4">
                <a:extLst>
                  <a:ext uri="{FF2B5EF4-FFF2-40B4-BE49-F238E27FC236}">
                    <a16:creationId xmlns:a16="http://schemas.microsoft.com/office/drawing/2014/main" id="{E54F49BA-0FC4-4230-B355-FF14479F3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1268760"/>
                <a:ext cx="8496944" cy="5024709"/>
              </a:xfrm>
              <a:prstGeom prst="rect">
                <a:avLst/>
              </a:prstGeom>
              <a:blipFill>
                <a:blip r:embed="rId2"/>
                <a:stretch>
                  <a:fillRect l="-790" t="-485" b="-1214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xmlns="" id="{6F1817A2-4657-4DBA-A6EA-290C8B328129}"/>
                  </a:ext>
                </a:extLst>
              </p:cNvPr>
              <p:cNvSpPr txBox="1"/>
              <p:nvPr/>
            </p:nvSpPr>
            <p:spPr>
              <a:xfrm>
                <a:off x="1498432" y="1949389"/>
                <a:ext cx="7756739" cy="885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0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kumimoji="1"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i="1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b="1">
                                      <a:latin typeface="Cambria Math" charset="0"/>
                                    </a:rPr>
                                    <m:t>𝐱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i="1">
                                      <a:latin typeface="Cambria Math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)∈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𝐷𝑎𝑡𝑎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ko-KR" altLang="en-US" sz="20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ko-KR" altLang="en-US" sz="20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1"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mr-IN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kumimoji="1" lang="en-US" altLang="ko-KR" sz="2000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000" b="0" i="1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id="{6F1817A2-4657-4DBA-A6EA-290C8B328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432" y="1949389"/>
                <a:ext cx="7756739" cy="885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xmlns="" id="{13A88CCE-73C4-4254-86C7-E80B89B422D0}"/>
                  </a:ext>
                </a:extLst>
              </p:cNvPr>
              <p:cNvSpPr txBox="1"/>
              <p:nvPr/>
            </p:nvSpPr>
            <p:spPr>
              <a:xfrm>
                <a:off x="1514151" y="3353749"/>
                <a:ext cx="7607595" cy="885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0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kumimoji="1"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i="1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b="1">
                                      <a:latin typeface="Cambria Math" charset="0"/>
                                    </a:rPr>
                                    <m:t>𝐱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i="1">
                                      <a:latin typeface="Cambria Math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)∈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𝐷𝑎𝑡𝑎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ko-KR" altLang="en-US" sz="20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ko-KR" altLang="en-US" sz="20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1"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mr-IN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kumimoji="1" lang="en-US" altLang="ko-KR" sz="2000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id="{13A88CCE-73C4-4254-86C7-E80B89B4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51" y="3353749"/>
                <a:ext cx="7607595" cy="8859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xmlns="" id="{D1CAEB60-3525-492D-BA91-B0F85EA43A6B}"/>
                  </a:ext>
                </a:extLst>
              </p:cNvPr>
              <p:cNvSpPr txBox="1"/>
              <p:nvPr/>
            </p:nvSpPr>
            <p:spPr>
              <a:xfrm>
                <a:off x="1522803" y="4721901"/>
                <a:ext cx="7613559" cy="885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kumimoji="1" lang="en-US" altLang="ko-KR" sz="2000" b="0" i="1" smtClean="0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begChr m:val=""/>
                              <m:endChr m:val="|"/>
                              <m:ctrlPr>
                                <a:rPr kumimoji="1" lang="hr-HR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ko-KR" sz="20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𝜂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kumimoji="1"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1" lang="en-US" altLang="ko-KR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kumimoji="1" lang="en-US" altLang="ko-KR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i="1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b="1">
                                      <a:latin typeface="Cambria Math" charset="0"/>
                                    </a:rPr>
                                    <m:t>𝐱</m:t>
                                  </m:r>
                                  <m:r>
                                    <m:rPr>
                                      <m:brk m:alnAt="7"/>
                                    </m:rPr>
                                    <a:rPr kumimoji="1" lang="en-US" altLang="ko-KR" sz="2000" i="1">
                                      <a:latin typeface="Cambria Math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</a:rPr>
                                    <m:t>)∈</m:t>
                                  </m:r>
                                  <m:r>
                                    <a:rPr kumimoji="1" lang="en-US" altLang="ko-KR" sz="20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𝐷𝑎𝑡𝑎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ko-KR" altLang="en-US" sz="20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ko-KR" altLang="en-US" sz="20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mr-IN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kumimoji="1" lang="en-US" altLang="ko-KR" sz="2000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0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sz="2000" i="1">
                              <a:latin typeface="Cambria Math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charset="0"/>
                                </a:rPr>
                                <m:t>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id="{D1CAEB60-3525-492D-BA91-B0F85EA43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803" y="4721901"/>
                <a:ext cx="7613559" cy="8859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타원 4"/>
          <p:cNvSpPr/>
          <p:nvPr/>
        </p:nvSpPr>
        <p:spPr>
          <a:xfrm>
            <a:off x="3779912" y="1894312"/>
            <a:ext cx="3168352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xmlns="" id="{8F3BBB10-88A9-48C7-B3C7-4568BB6C5A8D}"/>
              </a:ext>
            </a:extLst>
          </p:cNvPr>
          <p:cNvSpPr/>
          <p:nvPr/>
        </p:nvSpPr>
        <p:spPr>
          <a:xfrm>
            <a:off x="3779912" y="3382612"/>
            <a:ext cx="3168352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xmlns="" id="{BF1EC0AA-45F9-4DD2-879D-30D37F883121}"/>
              </a:ext>
            </a:extLst>
          </p:cNvPr>
          <p:cNvSpPr/>
          <p:nvPr/>
        </p:nvSpPr>
        <p:spPr>
          <a:xfrm>
            <a:off x="3779912" y="4721901"/>
            <a:ext cx="3168352" cy="792088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88696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연습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69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4">
                <a:extLst>
                  <a:ext uri="{FF2B5EF4-FFF2-40B4-BE49-F238E27FC236}">
                    <a16:creationId xmlns:a16="http://schemas.microsoft.com/office/drawing/2014/main" xmlns="" id="{E54F49BA-0FC4-4230-B355-FF14479F3F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552" y="1196752"/>
                <a:ext cx="8496944" cy="511627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defRPr/>
                </a:pPr>
                <a:r>
                  <a:rPr lang="en-US" altLang="ko-KR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Randomly choose an initial solution,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i="1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i="1">
                            <a:latin typeface="Cambria Math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ko-KR" i="1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Repeat</a:t>
                </a: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endParaRPr lang="en-US" altLang="ko-KR" dirty="0">
                  <a:latin typeface="Comic Sans MS" panose="030F0702030302020204" pitchFamily="66" charset="0"/>
                  <a:ea typeface="굴림" panose="020B0600000101010101" pitchFamily="50" charset="-127"/>
                </a:endParaRPr>
              </a:p>
              <a:p>
                <a:pPr eaLnBrk="1" latinLnBrk="1" hangingPunct="1">
                  <a:spcBef>
                    <a:spcPts val="1200"/>
                  </a:spcBef>
                  <a:defRPr/>
                </a:pPr>
                <a:r>
                  <a:rPr lang="en-US" altLang="ko-KR" dirty="0">
                    <a:latin typeface="Comic Sans MS" panose="030F0702030302020204" pitchFamily="66" charset="0"/>
                    <a:ea typeface="굴림" panose="020B0600000101010101" pitchFamily="50" charset="-127"/>
                  </a:rPr>
                  <a:t>Until stopping condition is satisfied</a:t>
                </a:r>
              </a:p>
            </p:txBody>
          </p:sp>
        </mc:Choice>
        <mc:Fallback xmlns="">
          <p:sp>
            <p:nvSpPr>
              <p:cNvPr id="17" name="Text Box 4">
                <a:extLst>
                  <a:ext uri="{FF2B5EF4-FFF2-40B4-BE49-F238E27FC236}">
                    <a16:creationId xmlns:a16="http://schemas.microsoft.com/office/drawing/2014/main" id="{E54F49BA-0FC4-4230-B355-FF14479F3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1196752"/>
                <a:ext cx="8496944" cy="5116272"/>
              </a:xfrm>
              <a:prstGeom prst="rect">
                <a:avLst/>
              </a:prstGeom>
              <a:blipFill>
                <a:blip r:embed="rId2"/>
                <a:stretch>
                  <a:fillRect l="-646" t="-357" b="-952"/>
                </a:stretch>
              </a:blipFill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xmlns="" id="{6F1817A2-4657-4DBA-A6EA-290C8B328129}"/>
                  </a:ext>
                </a:extLst>
              </p:cNvPr>
              <p:cNvSpPr txBox="1"/>
              <p:nvPr/>
            </p:nvSpPr>
            <p:spPr>
              <a:xfrm>
                <a:off x="1508186" y="4509120"/>
                <a:ext cx="1971502" cy="314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0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000">
                          <a:latin typeface="Cambria Math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000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" name="텍스트 상자 15">
                <a:extLst>
                  <a:ext uri="{FF2B5EF4-FFF2-40B4-BE49-F238E27FC236}">
                    <a16:creationId xmlns:a16="http://schemas.microsoft.com/office/drawing/2014/main" id="{6F1817A2-4657-4DBA-A6EA-290C8B328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86" y="4509120"/>
                <a:ext cx="1971502" cy="314830"/>
              </a:xfrm>
              <a:prstGeom prst="rect">
                <a:avLst/>
              </a:prstGeom>
              <a:blipFill>
                <a:blip r:embed="rId3"/>
                <a:stretch>
                  <a:fillRect l="-926" r="-617"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xmlns="" id="{13A88CCE-73C4-4254-86C7-E80B89B422D0}"/>
                  </a:ext>
                </a:extLst>
              </p:cNvPr>
              <p:cNvSpPr txBox="1"/>
              <p:nvPr/>
            </p:nvSpPr>
            <p:spPr>
              <a:xfrm>
                <a:off x="1514150" y="5016587"/>
                <a:ext cx="1965538" cy="31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0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000">
                          <a:latin typeface="Cambria Math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9" name="텍스트 상자 16">
                <a:extLst>
                  <a:ext uri="{FF2B5EF4-FFF2-40B4-BE49-F238E27FC236}">
                    <a16:creationId xmlns:a16="http://schemas.microsoft.com/office/drawing/2014/main" id="{13A88CCE-73C4-4254-86C7-E80B89B4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50" y="5016587"/>
                <a:ext cx="1965538" cy="312265"/>
              </a:xfrm>
              <a:prstGeom prst="rect">
                <a:avLst/>
              </a:prstGeom>
              <a:blipFill>
                <a:blip r:embed="rId4"/>
                <a:stretch>
                  <a:fillRect l="-929" r="-310"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xmlns="" id="{D1CAEB60-3525-492D-BA91-B0F85EA43A6B}"/>
                  </a:ext>
                </a:extLst>
              </p:cNvPr>
              <p:cNvSpPr txBox="1"/>
              <p:nvPr/>
            </p:nvSpPr>
            <p:spPr>
              <a:xfrm>
                <a:off x="1511169" y="5547864"/>
                <a:ext cx="1971501" cy="3129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charset="0"/>
                            </a:rPr>
                            <m:t>+1</m:t>
                          </m:r>
                        </m:sup>
                      </m:sSubSup>
                      <m:r>
                        <a:rPr kumimoji="1" lang="en-US" altLang="ko-KR" sz="20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2000">
                          <a:latin typeface="Cambria Math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𝜂</m:t>
                      </m:r>
                      <m:sSubSup>
                        <m:sSub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20" name="텍스트 상자 16">
                <a:extLst>
                  <a:ext uri="{FF2B5EF4-FFF2-40B4-BE49-F238E27FC236}">
                    <a16:creationId xmlns:a16="http://schemas.microsoft.com/office/drawing/2014/main" id="{D1CAEB60-3525-492D-BA91-B0F85EA43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9" y="5547864"/>
                <a:ext cx="1971501" cy="312906"/>
              </a:xfrm>
              <a:prstGeom prst="rect">
                <a:avLst/>
              </a:prstGeom>
              <a:blipFill>
                <a:blip r:embed="rId5"/>
                <a:stretch>
                  <a:fillRect l="-1238" r="-619"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xmlns="" id="{F7B84CDA-B981-462C-8780-892CE2FCB023}"/>
                  </a:ext>
                </a:extLst>
              </p:cNvPr>
              <p:cNvSpPr/>
              <p:nvPr/>
            </p:nvSpPr>
            <p:spPr>
              <a:xfrm>
                <a:off x="1259632" y="1772816"/>
                <a:ext cx="6340710" cy="814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i="1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ko-KR" alt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ko-KR" alt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mr-IN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7B84CDA-B981-462C-8780-892CE2FCB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772816"/>
                <a:ext cx="6340710" cy="8147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xmlns="" id="{8FEF3EA8-F5BF-48EF-A254-ABE3D6247DE2}"/>
                  </a:ext>
                </a:extLst>
              </p:cNvPr>
              <p:cNvSpPr/>
              <p:nvPr/>
            </p:nvSpPr>
            <p:spPr>
              <a:xfrm>
                <a:off x="1369181" y="2672390"/>
                <a:ext cx="6121612" cy="814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ko-KR" alt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ko-KR" alt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mr-IN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FEF3EA8-F5BF-48EF-A254-ABE3D6247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181" y="2672390"/>
                <a:ext cx="6121612" cy="8147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xmlns="" id="{220C372A-1F25-4CEC-91D3-D4F0F8E25D5F}"/>
                  </a:ext>
                </a:extLst>
              </p:cNvPr>
              <p:cNvSpPr/>
              <p:nvPr/>
            </p:nvSpPr>
            <p:spPr>
              <a:xfrm>
                <a:off x="1340150" y="3515158"/>
                <a:ext cx="6126934" cy="814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i="1">
                              <a:latin typeface="Cambria Math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kumimoji="1" lang="en-US" altLang="ko-KR" b="1">
                              <a:latin typeface="Cambria Math" charset="0"/>
                            </a:rPr>
                            <m:t>𝐱</m:t>
                          </m:r>
                          <m:r>
                            <m:rPr>
                              <m:brk m:alnAt="7"/>
                            </m:rPr>
                            <a:rPr kumimoji="1" lang="en-US" altLang="ko-KR" i="1">
                              <a:latin typeface="Cambria Math" charset="0"/>
                            </a:rPr>
                            <m:t>,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𝑦</m:t>
                          </m:r>
                          <m:r>
                            <a:rPr kumimoji="1" lang="en-US" altLang="ko-KR" i="1">
                              <a:latin typeface="Cambria Math" charset="0"/>
                            </a:rPr>
                            <m:t>)∈</m:t>
                          </m:r>
                          <m:r>
                            <a:rPr kumimoji="1" lang="en-US" altLang="ko-KR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𝐷𝑎𝑡𝑎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ko-KR" alt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ko-KR" altLang="en-US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1" lang="mr-IN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-US" altLang="ko-K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kumimoji="1" lang="en-US" altLang="ko-KR" b="1">
                                          <a:latin typeface="Cambria Math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𝑡</m:t>
                                  </m:r>
                                </m:sup>
                              </m:sSubSup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220C372A-1F25-4CEC-91D3-D4F0F8E25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150" y="3515158"/>
                <a:ext cx="6126934" cy="8147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3544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C6A7B49-C6C4-4DDF-923A-90C6EF8E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F21B5C56-A5CA-4ED4-86B8-154AD569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70</a:t>
            </a:fld>
            <a:r>
              <a:rPr lang="ko-KR" altLang="en-US"/>
              <a:t>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xmlns="" id="{44E5F9D8-D8DB-4C6E-BE79-F9715D30BB8B}"/>
                  </a:ext>
                </a:extLst>
              </p:cNvPr>
              <p:cNvSpPr/>
              <p:nvPr/>
            </p:nvSpPr>
            <p:spPr>
              <a:xfrm>
                <a:off x="848164" y="1324037"/>
                <a:ext cx="4980722" cy="6023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b="1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mr-IN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ko-KR" sz="1600" b="1">
                                      <a:latin typeface="Cambria Math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sz="16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4E5F9D8-D8DB-4C6E-BE79-F9715D30B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64" y="1324037"/>
                <a:ext cx="4980722" cy="6023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xmlns="" id="{544D8A10-9EE7-4A95-90D6-DDD2479A5819}"/>
                  </a:ext>
                </a:extLst>
              </p:cNvPr>
              <p:cNvSpPr/>
              <p:nvPr/>
            </p:nvSpPr>
            <p:spPr>
              <a:xfrm>
                <a:off x="2839678" y="1844824"/>
                <a:ext cx="4650824" cy="6023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ko-KR" sz="160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−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1600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f>
                        <m:f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kumimoji="1" lang="en-US" altLang="ko-KR" sz="1600" dirty="0"/>
                        <m:t> </m:t>
                      </m:r>
                      <m:r>
                        <a:rPr kumimoji="1" lang="en-US" altLang="ko-KR" sz="1600" i="1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1600" b="1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44D8A10-9EE7-4A95-90D6-DDD2479A58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678" y="1844824"/>
                <a:ext cx="4650824" cy="602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xmlns="" id="{24A0FA7F-0486-4E37-B059-DFA7CD453653}"/>
                  </a:ext>
                </a:extLst>
              </p:cNvPr>
              <p:cNvSpPr/>
              <p:nvPr/>
            </p:nvSpPr>
            <p:spPr>
              <a:xfrm>
                <a:off x="4843416" y="506116"/>
                <a:ext cx="37624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mr-IN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4A0FA7F-0486-4E37-B059-DFA7CD453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416" y="506116"/>
                <a:ext cx="3762440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xmlns="" id="{5383CCF4-1042-4877-AC38-3A5C23291EAB}"/>
                  </a:ext>
                </a:extLst>
              </p:cNvPr>
              <p:cNvSpPr/>
              <p:nvPr/>
            </p:nvSpPr>
            <p:spPr>
              <a:xfrm>
                <a:off x="2907741" y="3501008"/>
                <a:ext cx="4472571" cy="600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ko-KR" sz="160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−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1600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f>
                        <m:f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kumimoji="1" lang="en-US" altLang="ko-KR" sz="1600" dirty="0"/>
                        <m:t> </m:t>
                      </m:r>
                      <m:r>
                        <a:rPr kumimoji="1" lang="en-US" altLang="ko-KR" sz="1600" i="1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1600" b="1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5383CCF4-1042-4877-AC38-3A5C23291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741" y="3501008"/>
                <a:ext cx="4472571" cy="600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xmlns="" id="{2A8C3E24-A028-4259-916F-2810DD20522E}"/>
                  </a:ext>
                </a:extLst>
              </p:cNvPr>
              <p:cNvSpPr/>
              <p:nvPr/>
            </p:nvSpPr>
            <p:spPr>
              <a:xfrm>
                <a:off x="2809982" y="5229200"/>
                <a:ext cx="4650824" cy="6023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ko-KR" sz="160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−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1600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f>
                        <m:f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kumimoji="1" lang="en-US" altLang="ko-KR" sz="1600" dirty="0"/>
                        <m:t> </m:t>
                      </m:r>
                      <m:r>
                        <a:rPr kumimoji="1" lang="en-US" altLang="ko-KR" sz="1600" i="1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1600" b="1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A8C3E24-A028-4259-916F-2810DD2052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982" y="5229200"/>
                <a:ext cx="4650824" cy="6023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xmlns="" id="{F3AFA8E7-0DB1-44F3-95AF-19E301E59E80}"/>
                  </a:ext>
                </a:extLst>
              </p:cNvPr>
              <p:cNvSpPr/>
              <p:nvPr/>
            </p:nvSpPr>
            <p:spPr>
              <a:xfrm>
                <a:off x="827584" y="2996952"/>
                <a:ext cx="4971233" cy="600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b="1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mr-IN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ko-KR" sz="1600" b="1">
                                      <a:latin typeface="Cambria Math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sz="16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F3AFA8E7-0DB1-44F3-95AF-19E301E59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996952"/>
                <a:ext cx="4971233" cy="6008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xmlns="" id="{FD1E31A9-E821-455B-8919-19A787265598}"/>
                  </a:ext>
                </a:extLst>
              </p:cNvPr>
              <p:cNvSpPr/>
              <p:nvPr/>
            </p:nvSpPr>
            <p:spPr>
              <a:xfrm>
                <a:off x="848164" y="4653136"/>
                <a:ext cx="4975978" cy="6023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b="1">
                              <a:latin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kumimoji="1" lang="en-US" altLang="ko-KR" sz="1600" i="1">
                                  <a:latin typeface="Cambria Math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1" lang="mr-IN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ko-KR" sz="1600" b="1">
                                      <a:latin typeface="Cambria Math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sz="16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FD1E31A9-E821-455B-8919-19A7872655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64" y="4653136"/>
                <a:ext cx="4975978" cy="6023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xmlns="" id="{7218A336-17EC-4606-890C-3BB72D163175}"/>
                  </a:ext>
                </a:extLst>
              </p:cNvPr>
              <p:cNvSpPr/>
              <p:nvPr/>
            </p:nvSpPr>
            <p:spPr>
              <a:xfrm>
                <a:off x="2913724" y="4149080"/>
                <a:ext cx="2804101" cy="3702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ko-KR" sz="160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−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1600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218A336-17EC-4606-890C-3BB72D1631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724" y="4149080"/>
                <a:ext cx="2804101" cy="370294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xmlns="" id="{58897CD8-6492-46D1-A699-C7398A139D05}"/>
                  </a:ext>
                </a:extLst>
              </p:cNvPr>
              <p:cNvSpPr/>
              <p:nvPr/>
            </p:nvSpPr>
            <p:spPr>
              <a:xfrm>
                <a:off x="2949584" y="2492896"/>
                <a:ext cx="2630528" cy="3702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ko-KR" sz="160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−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1600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58897CD8-6492-46D1-A699-C7398A139D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584" y="2492896"/>
                <a:ext cx="2630528" cy="370294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xmlns="" id="{27D73554-970E-4AA1-A4D7-3E018E5BCEE0}"/>
                  </a:ext>
                </a:extLst>
              </p:cNvPr>
              <p:cNvSpPr/>
              <p:nvPr/>
            </p:nvSpPr>
            <p:spPr>
              <a:xfrm>
                <a:off x="2915816" y="5877272"/>
                <a:ext cx="2899192" cy="3702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ko-KR" sz="160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mr-IN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−</m:t>
                          </m:r>
                          <m:r>
                            <a:rPr kumimoji="1" lang="en-US" altLang="ko-KR" sz="1600" i="1">
                              <a:latin typeface="Cambria Math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mr-IN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1600" b="1">
                                  <a:latin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7D73554-970E-4AA1-A4D7-3E018E5BC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877272"/>
                <a:ext cx="2899192" cy="370294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3659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Question and Answer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819C-07F5-4C00-9E54-DEFB86F63E18}" type="slidenum">
              <a:rPr lang="ko-KR" altLang="en-US" smtClean="0"/>
              <a:pPr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8725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9527</TotalTime>
  <Words>1463</Words>
  <Application>Microsoft Office PowerPoint</Application>
  <PresentationFormat>화면 슬라이드 쇼(4:3)</PresentationFormat>
  <Paragraphs>632</Paragraphs>
  <Slides>71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85" baseType="lpstr">
      <vt:lpstr>Arial Unicode MS</vt:lpstr>
      <vt:lpstr>Gill Sans MT</vt:lpstr>
      <vt:lpstr>Mangal</vt:lpstr>
      <vt:lpstr>굴림</vt:lpstr>
      <vt:lpstr>돋움</vt:lpstr>
      <vt:lpstr>맑은 고딕</vt:lpstr>
      <vt:lpstr>Bookman Old Style</vt:lpstr>
      <vt:lpstr>Cambria Math</vt:lpstr>
      <vt:lpstr>Comic Sans MS</vt:lpstr>
      <vt:lpstr>Symbol</vt:lpstr>
      <vt:lpstr>Wingdings</vt:lpstr>
      <vt:lpstr>Wingdings 3</vt:lpstr>
      <vt:lpstr>원본</vt:lpstr>
      <vt:lpstr>수식</vt:lpstr>
      <vt:lpstr>Basic Idea of Learning</vt:lpstr>
      <vt:lpstr>Goal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Some Issues</vt:lpstr>
      <vt:lpstr>몇가지 Issue들</vt:lpstr>
      <vt:lpstr>가장 잘 설명하는</vt:lpstr>
      <vt:lpstr>가장 잘 설명하는</vt:lpstr>
      <vt:lpstr>가장 잘 설명하는 함수를 찾아라</vt:lpstr>
      <vt:lpstr>가장 잘 설명하는 함수를 찾아라</vt:lpstr>
      <vt:lpstr>가장 잘 설명하는 함수를 찾아라</vt:lpstr>
      <vt:lpstr>Minimizing Error Functions</vt:lpstr>
      <vt:lpstr>고등학교 때의 기억을</vt:lpstr>
      <vt:lpstr>고등학교 때의 기억을</vt:lpstr>
      <vt:lpstr>고등학교 때의 기억을</vt:lpstr>
      <vt:lpstr>그럼, 한번 해 봅시다</vt:lpstr>
      <vt:lpstr>다음 데이터에 가장 부합하는 모델은?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연습</vt:lpstr>
      <vt:lpstr>연습</vt:lpstr>
      <vt:lpstr>Machine Learning 이란</vt:lpstr>
      <vt:lpstr>Learning with Gradient Descent Method</vt:lpstr>
      <vt:lpstr>고등학교 때의 기억을</vt:lpstr>
      <vt:lpstr>고등학교 때의 기억을</vt:lpstr>
      <vt:lpstr>고등학교 때의 기억을</vt:lpstr>
      <vt:lpstr>그래서 우리는 바꿉니다</vt:lpstr>
      <vt:lpstr>그래서 우리는 바꿉니다</vt:lpstr>
      <vt:lpstr>그래서 우리는 바꿉니다</vt:lpstr>
      <vt:lpstr>경사면 따라 내려가기</vt:lpstr>
      <vt:lpstr>경사면 따라 내려가기</vt:lpstr>
      <vt:lpstr>경사면 따라 내려가기</vt:lpstr>
      <vt:lpstr>경사면 따라 내려가기</vt:lpstr>
      <vt:lpstr>Gradient Descent Method</vt:lpstr>
      <vt:lpstr>Gradient Descent Method</vt:lpstr>
      <vt:lpstr>지금까지 말한 것을 합하면</vt:lpstr>
      <vt:lpstr>Goal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Steps of Machine Learning</vt:lpstr>
      <vt:lpstr>Final Results</vt:lpstr>
      <vt:lpstr>연습</vt:lpstr>
      <vt:lpstr>연습</vt:lpstr>
      <vt:lpstr>연습</vt:lpstr>
      <vt:lpstr>연습</vt:lpstr>
      <vt:lpstr>연습</vt:lpstr>
      <vt:lpstr>연습</vt:lpstr>
      <vt:lpstr>연습</vt:lpstr>
      <vt:lpstr>연습</vt:lpstr>
      <vt:lpstr>연습</vt:lpstr>
      <vt:lpstr>연습</vt:lpstr>
      <vt:lpstr>Question and Answer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prediction based on wafer sort data – A case study</dc:title>
  <dc:creator>eunmiang</dc:creator>
  <cp:lastModifiedBy>Owner</cp:lastModifiedBy>
  <cp:revision>510</cp:revision>
  <cp:lastPrinted>2016-04-26T02:43:10Z</cp:lastPrinted>
  <dcterms:created xsi:type="dcterms:W3CDTF">2012-05-24T05:20:38Z</dcterms:created>
  <dcterms:modified xsi:type="dcterms:W3CDTF">2020-06-03T06:55:28Z</dcterms:modified>
</cp:coreProperties>
</file>