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481" r:id="rId2"/>
    <p:sldId id="412" r:id="rId3"/>
    <p:sldId id="517" r:id="rId4"/>
    <p:sldId id="518" r:id="rId5"/>
    <p:sldId id="519" r:id="rId6"/>
    <p:sldId id="520" r:id="rId7"/>
    <p:sldId id="521" r:id="rId8"/>
    <p:sldId id="522" r:id="rId9"/>
    <p:sldId id="524" r:id="rId10"/>
    <p:sldId id="525" r:id="rId11"/>
    <p:sldId id="526" r:id="rId12"/>
    <p:sldId id="470" r:id="rId13"/>
    <p:sldId id="523" r:id="rId14"/>
    <p:sldId id="527" r:id="rId15"/>
    <p:sldId id="483" r:id="rId16"/>
    <p:sldId id="380" r:id="rId17"/>
    <p:sldId id="397" r:id="rId18"/>
    <p:sldId id="385" r:id="rId19"/>
    <p:sldId id="399" r:id="rId20"/>
    <p:sldId id="494" r:id="rId21"/>
    <p:sldId id="495" r:id="rId22"/>
    <p:sldId id="499" r:id="rId23"/>
    <p:sldId id="500" r:id="rId24"/>
    <p:sldId id="501" r:id="rId25"/>
    <p:sldId id="382" r:id="rId26"/>
    <p:sldId id="409" r:id="rId27"/>
    <p:sldId id="411" r:id="rId2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Comic Sans MS" panose="030F0702030302020204" pitchFamily="66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7F9"/>
    <a:srgbClr val="E7FFFF"/>
    <a:srgbClr val="FFC1FF"/>
    <a:srgbClr val="FFD5FF"/>
    <a:srgbClr val="66CCFF"/>
    <a:srgbClr val="F2C8C7"/>
    <a:srgbClr val="FFFFA7"/>
    <a:srgbClr val="0066FF"/>
    <a:srgbClr val="EBA38D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6EF1A-AD1E-CC41-BD22-B1E56EF809ED}" v="21" dt="2018-10-19T23:04:19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7989" autoAdjust="0"/>
    <p:restoredTop sz="85714" autoAdjust="0"/>
  </p:normalViewPr>
  <p:slideViewPr>
    <p:cSldViewPr>
      <p:cViewPr varScale="1">
        <p:scale>
          <a:sx n="113" d="100"/>
          <a:sy n="113" d="100"/>
        </p:scale>
        <p:origin x="21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지형" userId="3d4594d6552e6340" providerId="LiveId" clId="{26125AEB-7C90-4C81-9471-C24B61B163E6}"/>
  </pc:docChgLst>
  <pc:docChgLst>
    <pc:chgData name="이지형" userId="3d4594d6552e6340" providerId="LiveId" clId="{9DA6EF1A-AD1E-CC41-BD22-B1E56EF809ED}"/>
    <pc:docChg chg="modSld">
      <pc:chgData name="이지형" userId="3d4594d6552e6340" providerId="LiveId" clId="{9DA6EF1A-AD1E-CC41-BD22-B1E56EF809ED}" dt="2018-10-19T23:04:28.870" v="23" actId="20577"/>
      <pc:docMkLst>
        <pc:docMk/>
      </pc:docMkLst>
      <pc:sldChg chg="modSp">
        <pc:chgData name="이지형" userId="3d4594d6552e6340" providerId="LiveId" clId="{9DA6EF1A-AD1E-CC41-BD22-B1E56EF809ED}" dt="2018-10-19T23:04:28.870" v="23" actId="20577"/>
        <pc:sldMkLst>
          <pc:docMk/>
          <pc:sldMk cId="1522765076" sldId="483"/>
        </pc:sldMkLst>
        <pc:spChg chg="mod">
          <ac:chgData name="이지형" userId="3d4594d6552e6340" providerId="LiveId" clId="{9DA6EF1A-AD1E-CC41-BD22-B1E56EF809ED}" dt="2018-10-19T23:04:19.133" v="20" actId="20577"/>
          <ac:spMkLst>
            <pc:docMk/>
            <pc:sldMk cId="1522765076" sldId="483"/>
            <ac:spMk id="2" creationId="{00000000-0000-0000-0000-000000000000}"/>
          </ac:spMkLst>
        </pc:spChg>
        <pc:spChg chg="mod">
          <ac:chgData name="이지형" userId="3d4594d6552e6340" providerId="LiveId" clId="{9DA6EF1A-AD1E-CC41-BD22-B1E56EF809ED}" dt="2018-10-19T23:04:28.870" v="23" actId="20577"/>
          <ac:spMkLst>
            <pc:docMk/>
            <pc:sldMk cId="1522765076" sldId="483"/>
            <ac:spMk id="17448" creationId="{00000000-0000-0000-0000-000000000000}"/>
          </ac:spMkLst>
        </pc:spChg>
        <pc:graphicFrameChg chg="modGraphic">
          <ac:chgData name="이지형" userId="3d4594d6552e6340" providerId="LiveId" clId="{9DA6EF1A-AD1E-CC41-BD22-B1E56EF809ED}" dt="2018-10-19T23:04:22.130" v="21" actId="20577"/>
          <ac:graphicFrameMkLst>
            <pc:docMk/>
            <pc:sldMk cId="1522765076" sldId="483"/>
            <ac:graphicFrameMk id="16" creationId="{00000000-0000-0000-0000-000000000000}"/>
          </ac:graphicFrameMkLst>
        </pc:graphicFrameChg>
      </pc:sldChg>
    </pc:docChg>
  </pc:docChgLst>
  <pc:docChgLst>
    <pc:chgData name="이지형" userId="3d4594d6552e6340" providerId="LiveId" clId="{8C1B7293-8D22-4236-8E2C-214725F52A5A}"/>
  </pc:docChgLst>
  <pc:docChgLst>
    <pc:chgData name="이지형" userId="3d4594d6552e6340" providerId="LiveId" clId="{9606EFEC-3E66-4939-99B2-3114142D9E23}"/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42310C3-9F6C-46D4-ABD4-5F0CFC864D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0966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1:49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 3281,'-58'63'1624,"44"-53"904,7-12-533,7 2-1944,0-1-1,0 0 0,0 1 0,1-1 0,-1 0 1,0 1-1,0-1 0,0 0 0,0 1 0,1-1 0,-1 1 1,0-1-1,1 0 0,-1 1 0,0-1 0,1 1 1,-1-1-1,1 1 0,-1-1 0,1 1 0,-1-1 0,1 1 1,-1 0-1,1-1 0,-1 1 0,1 0 0,0-1 1,-1 1-1,1 0 0,-1 0 0,1 0 0,0-1-50,37-12 490,0 1 0,39-6-490,-64 15 50,0 1 0,0 0 0,0 1 0,1 1 0,-1 0-1,0 1 1,1 0 0,-1 1 0,0 1 0,0 0 0,1 1-50,-12-3-11,0 0-1,0 1 1,0-1 0,0 1 0,0-1 0,0 1 0,0 0 0,0-1 0,-1 1-1,1 0 1,-1 0 0,0 1 0,1-1 0,-1 0 0,0 0 0,0 1 0,0-1 0,-1 0-1,1 1 1,-1-1 0,1 1 0,-1-1 0,0 1 0,0-1 0,0 1 0,0-1-1,0 1 1,0-1 0,-1 1 11,-1 12-112,0 0 1,-1-1-1,-1 1 0,-1 4 112,2-12-50,-14 45-252,19-50 222,7-8 65,8-7 13,-14 10 2,0 0 0,1 1 1,-1-1-1,0 1 1,1 0-1,0 0 0,-1 0 1,1 0-1,0 1 0,0-1 1,0 1-1,0 0 1,0 0-1,0 1 0,4-1 0,-6 1 0,1 1 0,-1 0-1,0 0 1,0 0 0,0 0-1,0 0 1,0 0 0,0 0 0,0 0-1,-1 1 1,1-1 0,0 1-1,-1 0 1,1-1 0,-1 1-1,1 0 1,-1 0 0,0 0-1,0 0 1,0 0 0,0 0 0,0 0-1,-1 0 1,1 0 0,0 1-1,-1-1 1,0 0 0,1 0-1,-1 1 1,0-1 0,0 0 0,3 25 2,-1-1 0,-1 1 1,-2 0-1,0 0 0,-2-1 1,-4 19-3,-6 18-140,-3 0 0,-7 13 140,15-57-510,2-17 204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1:50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0 313 4985,'30'-52'4404,"11"-32"-4404,-31 64 511,1 0-1,1 1 1,0 0 0,2 0-511,-7 10 147,0 1 1,0 0-1,0 1 0,1-1 0,0 1 1,1 1-1,0 0 0,0 0 0,4-1-147,-11 5 5,0 1-1,0 0 1,0 1-1,0-1 1,1 0-1,-1 1 1,0-1-1,1 1 1,-1 0-1,0-1 1,1 1-1,-1 0 1,1 1-1,-1-1 1,0 0-1,1 1 1,-1-1-1,0 1 0,0 0 1,1 0-1,-1 0 1,0 0-1,0 0 1,0 0-1,0 0 1,0 1-1,0-1 1,-1 1-1,1-1 1,0 1-1,-1 0 1,1 0-1,-1 0 1,0 0-1,1 0 1,-1 0-1,0 0 1,0 0-1,0 0 1,-1 0-1,1 1 1,0-1-1,-1 0 0,0 1 1,1-1-1,-1 0 1,0 1-1,0-1 1,0 0-1,-1 1 1,1-1-1,0 0 1,-1 2-5,-6 17 2,0 1 1,-2-1-1,0-1 1,-1 0 0,-1 0-1,-14 17-2,14-18 9,10-19-9,1 1 1,0-1-1,0 0 1,0 1-1,-1-1 0,1 1 1,0-1-1,0 1 1,0-1-1,0 0 1,0 1-1,0-1 0,0 1 1,0-1-1,0 1 1,0-1-1,0 1 1,0-1-1,0 1 0,0-1 1,1 0-1,-1 1 1,0-1-1,0 1 1,0-1-1,1 0 0,-1 1 1,0-1-1,0 1 1,1-1-1,-1 0 1,0 1-1,1-1 0,-1 0 1,1 0-1,-1 1 1,0-1-1,1 0 1,-1 0-1,1 0 0,-1 1 1,0-1-1,1 0 1,-1 0-1,1 0 1,-1 0-1,1 0 0,-1 0 1,1 0-1,-1 0 1,1 0-1,-1 0 1,0 0-1,1 0 0,-1 0 1,1 0-1,-1-1 1,1 1-1,-1 0 0,45-3-23,-25 2 21,-10 0-6,0 1 0,0 1-1,0 0 1,0 0 0,0 1 0,0 0 0,0 1 0,0 0 0,2 1 8,-10-3-2,0 1 1,1-1-1,-1 0 0,0 1 1,0-1-1,0 1 0,0 0 1,0 0-1,0 0 1,0 0-1,-1 0 0,1 0 1,-1 0-1,1 0 0,-1 1 1,0-1-1,0 1 0,0-1 1,0 1-1,-1-1 1,1 1-1,-1-1 0,1 1 1,-1 0-1,0-1 0,0 1 1,0 0-1,0-1 0,-1 1 1,1-1-1,-1 1 1,1-1-1,-1 1 0,0-1 1,0 1-1,0-1 0,-1 3 2,-11 19-60,0-1 0,-1 0 0,-1 0 0,-1-2-1,-15 16 61,2-1-1004,22-28-655,2-4 716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1:52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19 5113,'-28'-14'863,"15"9"656,35 28-668,91 70-82,-81-68-464,0 1 0,-1 1-1,-2 1 1,19 24-305,-19-12 194,-2 1-1,-1 2 0,-2 0 1,-3 2-1,4 12-193,79 239 182,-72-198-176,37 107-136,6 15-281,45 217 411,-116-407 7,-4-23 5,0-1-1,1 0 1,0 1-1,0-1 1,1 0-1,0 0 1,0 0 0,0 0-12,4-3 76,-4-12-854,-2-4 498</inkml:trace>
  <inkml:trace contextRef="#ctx0" brushRef="#br0" timeOffset="359.2879">959 431 6401,'51'-58'2657,"-53"65"-1769,-4 8-176,-5 16-464,-2 10-144,-6 21-80,-3 14-8,-4 4 0,2 4 0,2-12 32,6-10 40,13-21-56,-1-12-96,11-22-424,5-12-320,7-19 464</inkml:trace>
  <inkml:trace contextRef="#ctx0" brushRef="#br0" timeOffset="687.386">1168 675 3769,'-1'23'2436,"0"-17"-2168,1 0 0,0 0 0,0 0 0,0 0 0,1 0 0,0 0 0,0 0 0,0-1-1,1 3-267,-1-7 10,-1 0-1,1 0 1,0 0-1,-1 0 0,1 0 1,0 0-1,-1-1 0,1 1 1,0 0-1,0 0 0,0-1 1,0 1-1,0-1 1,0 1-1,0-1 0,0 1 1,0-1-1,0 1 0,0-1 1,0 0-1,0 0-9,2 1 58,0-1 0,1 0 0,-1 0 0,0-1 0,0 1 0,0-1-1,0 1 1,0-1 0,1 0 0,-2 0 0,2-1-58,21-7 255,-1-1 0,-1-1 0,0-2 0,0 0-1,-1-1 1,-1-2 0,-1 0 0,19-19-255,-36 32 13,0 0 0,-1 0 0,1-1 0,-1 0 0,0 1 0,0-1 0,0 0 0,0 0 0,-1 0 0,0 0 0,0 0 0,0-1 0,1-3-13,-2 6 1,0 0 1,0 0-1,-1 1 0,1-1 1,0 0-1,-1 0 0,1 0 0,-1 0 1,0 1-1,1-1 0,-1 0 0,0 1 1,0-1-1,0 1 0,0-1 0,0 1 1,0-1-1,-1 1 0,1 0 0,0-1 1,-1 1-1,1 0 0,-1 0 0,0 0 1,1 0-1,-1 0 0,0 0 0,1 1 1,-1-1-1,0 1 0,0-1 1,-1 1-3,-26-6-327,0 1 0,0 1 0,-21 1 328,31 2-382,-4 0-12</inkml:trace>
  <inkml:trace contextRef="#ctx0" brushRef="#br0" timeOffset="1025.6699">1428 567 4633,'59'136'1563,"-45"-82"-891,-4-20-303,-9-33-354,0 0 1,0 0 0,0 1 0,0-1-1,0 0 1,0 0 0,0-1-1,0 1 1,1 0 0,-1 0 0,0-1-1,1 1 1,-1 0 0,0-1 0,1 1-1,-1-1 1,1 0 0,-1 0-1,1 1 1,-1-1 0,1 0-16,6 0 94,0-1 1,-1 1-1,1-2 1,0 1-1,-1-1 1,1 0-1,-1 0 1,1-1-1,-1 0 1,0-1-1,0 1 1,-1-1-1,1-1-94,11-6 369,-1-1 0,0-1 0,-1-1 1,5-6-370,-13 13 152,-1-1 1,0 0 0,0-1 0,-1 0 0,0 0 0,1-1-153,-6 8 14,0 1 1,-1-1 0,1 1 0,0-1 0,0 0-1,-1 1 1,1-1 0,-1 0 0,0 0-1,1 1 1,-1-1 0,0 0 0,0 0 0,0 1-1,0-1 1,0 0 0,0 0 0,-1 0-1,1 1 1,-1-1 0,1 0 0,-1 1 0,0-1-1,1 0 1,-1 1 0,0-1 0,0 1-1,0-1 1,0 1 0,-1 0 0,1-1 0,0 1-1,0 0 1,-1 0 0,1 0 0,-1 0 0,1 0-1,-1 0 1,1 0 0,-2 0-15,-9-4-142,0 2 0,-1-1 0,1 1 0,-1 1 1,0 0-1,0 1 0,1 0 0,-1 1 0,0 1 0,0 0 1,0 0-1,0 1 0,1 1 0,-11 3 142,-8 5-600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1:46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23 4673,'-36'53'1508,"36"-53"-1487,0 0 0,-1 0 0,1 1 0,0-1 0,-1 0 0,1 1 0,0-1 0,0 0 0,-1 1 0,1-1 1,0 1-1,0-1 0,0 0 0,-1 1 0,1-1 0,0 1 0,0-1 0,0 1 0,0-1 0,0 0 0,0 1 0,0-1 0,0 1 0,0-1 0,0 1 0,0-1 0,0 1 0,0-1 0,0 0 0,1 1 0,-1-1 0,0 1 0,0-1 0,0 0 0,1 1 0,-1-1 0,0 1 0,0-1 0,1 0 0,-1 0 0,0 1 0,1-1 0,-1 0 0,1 1 0,-1-1 0,0 0 0,1 0 0,-1 0 0,0 1 0,1-1 0,-1 0 0,1 0 0,-1 0 0,1 0 0,-1 0 0,1 0 0,-1 0 0,0 0 0,1 0 0,-1 0 0,1 0 0,-1 0-21,33-4 572,-29 3-428,15-1 76,0 0 0,0 0 0,0 2 0,0 1 0,0 0 0,14 3-220,-21-1 38,0 0 0,1 1 1,-1 0-1,-1 1 0,1 0 0,-1 1 0,0 0 1,0 1-1,-1 0 0,4 4-38,34 32 70,-3 2 0,-1 2 0,21 31-70,62 67-13,-77-92 2,-2 2-1,-2 2 1,-3 2-1,-2 2 0,-4 2 1,-2 1-1,-2 2 1,-4 1-1,-3 1 0,10 43 12,28 79 165,-30-95 948,15 72-1113,-44-138 179,-4-17-165,-4-10-307,1-5 158</inkml:trace>
  <inkml:trace contextRef="#ctx0" brushRef="#br0" timeOffset="446.844">982 336 6281,'48'-42'2785,"-50"59"-1345,1 5-360,2 19-287,10 7-169,-3 9-200,7 1-152,3 3-72,-1-6-80,7-12-136,-9-9-64,4-23-552,-5-11-360,-6-21 576</inkml:trace>
  <inkml:trace contextRef="#ctx0" brushRef="#br0" timeOffset="777.3049">1242 434 5945,'3'-12'1776,"-2"13"-585,1 26-2,2 19-438,-2-32-592,1-1 1,1 0 0,0 1 0,1-1 0,0-1-1,2 2-159,-7-12 8,1 0 0,0 0-1,0 0 1,0 0-1,0 0 1,1 0-1,-1-1 1,0 1 0,1 0-1,-1-1 1,1 1-1,0-1 1,-1 1 0,1-1-1,0 0 1,0 1-1,0-1 1,0 0-1,0 0 1,0-1 0,0 1-1,1 0 1,-1-1-1,0 1 1,0-1 0,0 0-1,1 0 1,-1 0-1,0 0 1,0 0-1,1 0 1,-1 0 0,0-1-1,0 1 1,0-1-1,0 0 1,1 1 0,-1-1-1,0 0 1,0 0-1,0-1-7,7-5-20,0 0 0,0 0-1,-1-1 1,0-1 0,0 1-1,-1-1 1,0 0 0,-1-1-1,0 0 1,0 0 20,6-13-156,-1 1 0,-1-2 0,-1 0 0,0-1 156,-6 17-59,-1 0 0,0-1-1,-1 1 1,1-1-1,-1 0 1,-1 1 0,0-1-1,0 0 1,-1-3 59,0 9 0,1 1-1,-1 0 1,0-1 0,1 1 0,-1 0 0,0 0 0,0 0-1,-1-1 1,1 1 0,0 0 0,-1 0 0,1 1 0,-1-1 0,0 0-1,1 0 1,-1 1 0,0-1 0,0 1 0,0 0 0,0-1-1,0 1 1,-1 0 0,1 0 0,0 0 0,0 1 0,-1-1-1,1 1 1,0-1 0,-1 1 0,1 0 0,-1-1 0,1 1-1,-1 0 1,0 1 0,-10 0 184,0 0-1,1 1 1,-1 0-1,1 1 1,-1 0-1,1 1 0,0 1 1,1 0-1,-3 1-183,6-2-66,1 0-1,-1 0 0,1 1 0,-1 0 0,2 1 1,-1-1-1,0 1 0,1 1 0,0-1 1,1 1-1,-1 0 0,1 0 0,-2 6 67,1 2-463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1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5249,'9'-5'1945,"1"2"-1497,1 8-40,-3 0 40,1 2-136,-4 10-104,0 3 0,2 18-24,-4 5-16,1 2-80,3-1-24,-4 2-32,2 2-48,-3 2-384,-2-5-432,-5-4 504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5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4809,'108'-9'1976,"-111"42"-975,1 3-321,1 14 168,-3 10-144,2 12-320,2-6-24,0-2-264,2-11-8,-2-22-40,2 0-112,0-21-304,-1-8-368,-2-18 440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5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16 4329,'21'3'4493,"38"14"-4529,-57-16 39,0 0 0,0 0 0,0 0 1,0 0-1,0 1 0,0-1 0,0 1 0,0-1 1,-1 1-1,1-1 0,-1 1 0,1 0 0,-1 0 1,0 0-1,1 0 0,-1 0 0,0 0 0,0 0 1,0 0-1,0 2-3,5 43 56,-6-38-44,1 93 1020,-9 55-1032,2-64 271,5-72-1633,0-23 937</inkml:trace>
  <inkml:trace contextRef="#ctx0" brushRef="#br0" timeOffset="1015.8169">0 110 3625,'5'-2'1704,"14"-8"-768,50-33-192,-40 28-351,-7 1-185,-1 2-168,-3 4-56,-2 6-224,-1-2-305,-5 4 345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6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4633,'-1'76'5502,"-1"21"-4681,5-1 0,9 63-821,-11-154-67,0-1-1,0 1 1,0-1 0,0 1-1,0-1 1,1 1 0,0-1-1,2 3 68,-4-6-32,0-1 1,0 0-1,1 0 0,-1 1 0,0-1 0,0 0 0,1 0 1,-1 1-1,0-1 0,1 0 0,-1 0 0,0 0 0,1 1 1,-1-1-1,0 0 0,1 0 0,-1 0 0,0 0 0,1 0 1,-1 0-1,0 0 0,1 0 0,-1 0 0,1 0 0,-1 0 1,0 0-1,1 0 0,-1 0 0,0 0 0,1 0 0,-1 0 1,0 0-1,1-1 0,-1 1 0,0 0 0,1 0 32,14-22-1357,-4-4 856</inkml:trace>
  <inkml:trace contextRef="#ctx0" brushRef="#br0" timeOffset="343.669">118 187 4289,'-1'0'1229,"-2"-5"2233,11-18-4100,32-98-288,-39 120 937,-1-1 1,1 1-1,-1 0 0,1-1 0,-1 1 0,1 0 0,0 0 0,-1-1 1,1 1-1,0 0 0,0 0 0,0 0 0,0 0 0,0 0 0,0 0 0,0 0 1,1 0-1,-1 0 0,0 1 0,0-1 0,1 0-11,-1 1 38,-1 1-1,1-1 1,0 0 0,0 1-1,-1-1 1,1 1 0,0-1-1,-1 0 1,1 1-1,0 0 1,-1-1 0,1 1-1,-1-1 1,1 1-1,-1 0 1,1-1 0,-1 1-1,1 0 1,-1-1 0,0 1-1,1 0 1,-1 0-1,0 0 1,0-1 0,1 2-38,1 4 135,-1 1 1,1 0 0,-1 0 0,0 0-1,-1 0 1,1 0 0,-1 0 0,-1 1-136,-33 168 852,-4 29-220,34-170-554,1 0 0,2 1 1,1-1-1,5 30-78,7-10-3,-12-53-27,0-1 1,0 0 0,1 0-1,-1 0 1,0 1 0,1-1-1,-1 0 1,1 0 0,0 0-1,-1 0 1,1 0 0,0 0 0,-1 0-1,1 0 1,0 0 0,0 0-1,0-1 1,0 1 0,0 0-1,0 0 1,0-1 0,0 1-1,0-1 1,0 1 0,0-1 0,1 1-1,-1-1 1,0 0 0,0 0-1,0 1 1,0-1 0,1 0-1,-1 0 1,0 0 0,0 0-1,1-1 1,-1 1 0,0 0 0,1 0 29,6-8-567,-9-8 224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4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66 179 5169,'-28'11'594,"-9"3"656,63-31-403,9-3-574,-10 5-158,1 1 0,1 1 1,0 1-1,0 1 0,1 2 1,16-4-116,-43 13 2,0 0 1,-1-1-1,1 1 1,0 0 0,-1 0-1,1-1 1,0 1 0,0 0-1,0 0 1,-1 0 0,1 0-1,0 0 1,0 0-1,-1 0 1,1 1 0,0-1-1,0 0 1,-1 0 0,1 1-1,0-1 1,0 0-1,-1 1 1,1-1 0,0 0-1,-1 1 1,1-1 0,-1 1-1,1-1 1,0 1 0,-1 0-1,1-1 1,-1 1-1,1-1 1,-1 1 0,0 0-1,1-1 1,-1 1 0,0 0-1,1 0 1,-1-1-1,0 1 1,0 0 0,0 0-1,0-1 1,0 1 0,0 0-1,0 0 1,0 0 0,0-1-1,0 1 1,0 0-1,0 0 1,0-1 0,-1 1-1,1 0 1,0 0-3,-22 53 85,15-40-68,-22 45 43,17-37-51,0 0 1,2 1-1,1 0 1,1 0 0,0 1-1,-3 24-9,11-46 2,0 0-1,-1 0 1,1 0-1,0 0 0,0 0 1,0 0-1,0 1 1,1-1-1,-1 0 1,1 0-1,-1 0 0,1 0 1,0 0-1,-1 0 1,1 0-1,0 0 1,1 0-1,-1-1 0,0 1 1,0 0-1,1-1 1,-1 1-1,2 1-1,0-2 3,-1 1 0,1-1 1,0 0-1,0 0 0,-1 0 0,1 0 0,0-1 1,0 1-1,0-1 0,0 0 0,0 1 0,0-1 1,0-1-1,0 1 0,2-1-3,4 0-33,-1-1 0,1 0 0,0-1 0,-1 1 0,1-2 1,-1 1-1,0-1 0,0-1 0,-1 0 0,1 0 0,1-2 33,2-12-279,-10 11 266</inkml:trace>
  <inkml:trace contextRef="#ctx0" brushRef="#br0" timeOffset="343.712">390 163 3809,'5'-3'2016,"0"0"-775,-1 3-217,-4 0-128,0 0-416,0 0-160,0 0-168,5 0-56,17 0-80,52 0-88,-59 0-328,-6-2-328,-11 4 432</inkml:trace>
  <inkml:trace contextRef="#ctx0" brushRef="#br0" timeOffset="344.712">472 225 3361,'-43'57'1672,"59"-57"-392,3-2-543,-2-7-193,0 6-232,-7-9-416,-5 0-192,1-9-425,-1-4-295,2-1 640</inkml:trace>
  <inkml:trace contextRef="#ctx0" brushRef="#br0" timeOffset="673.178">582 90 3233,'60'-89'1656,"-53"94"-424,3 7-191,-7 10-169,-1 11-264,-7 6-344,-4 2-88,1-1-208,-2-5-80,-4 1-288,2 2-360,-7-2 480</inkml:trace>
  <inkml:trace contextRef="#ctx0" brushRef="#br0" timeOffset="1001.8219">438 688 4193,'24'-25'5356,"58"-47"-5179,-76 67-166,-1 1-1,1 0 1,0 0 0,0 0-1,0 0 1,0 1 0,1 0-1,0 0 1,-1 1 0,1 0 0,0 0-1,0 1 1,6-1-11,-10 2 1,0 1 0,-1-1 0,1 1 0,-1-1 1,1 1-1,-1 0 0,1 0 0,-1 0 0,0 1 0,0-1 0,1 0 0,-1 1 0,0 0 1,0-1-1,0 1 0,0 0 0,-1 0 0,1 0 0,0 0 0,-1 0 0,0 1 1,1-1-1,-1 0 0,0 1 0,0-1 0,0 1 0,-1-1 0,1 1 0,0-1 1,-1 1-1,0 0 0,0 0-1,8 31-16,-5-11-16,2-1-1,1 1 0,0-1 0,2-1 0,0 1 0,2-1 0,4 6 33,-5-14-390,1-12 151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2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156 206 2697,'-1'-2'129,"0"0"1,0 0-1,0 0 1,0 0 0,0 0-1,0 0 1,0 1-1,-1-1 1,1 1 0,-1-1-1,1 1 1,-1-1-1,0 1 1,0 0 0,1-1-1,-1 1 1,0 0-1,0 1 1,0-1 0,0 0-1,0 0 1,0 1-1,0-1 1,-1 1 0,1 0-1,0-1 1,0 1-1,0 0 1,0 0 0,0 1-1,-1-1 1,1 0-1,0 1 1,0-1 0,0 1-1,0 0 1,0 0-1,0 0 1,0 0 0,0 0-1,0 0 1,1 0-1,-2 1-129,-3 2 14,0 0-1,0 0 0,1 0 0,-1 1 0,1-1 0,0 1 1,1 1-1,-1-1 0,1 1 0,0-1 0,0 1 0,1 0 1,0 1-1,0 0-13,1-4 3,1 1 0,0 0 1,0 0-1,0-1 0,0 1 0,1 0 1,0 0-1,-1 0 0,2 0 0,-1 0 1,0 0-1,1 0 0,0 0 0,-1 0 1,2 0-1,-1-1 0,0 1 1,2 1-5,-2-2 2,1-1-1,0 0 0,0 0 0,0 0 0,0 0 0,1 0 0,-1-1 0,0 1 0,1-1 0,-1 1 0,1-1 0,0 0 0,-1 0 0,1 0 0,0 0 0,0-1 0,-1 1 0,1-1 0,0 0 1,0 1-1,0-1 0,0-1 0,0 1 0,-1 0 0,1-1 0,1 0 0,14-1 6,-1-2 0,1 0 1,-1-2-1,-1 0 0,1 0 1,8-6-7,-17 8 3,1 0 0,-1 0 0,-1-1 0,1-1 0,-1 1 0,0-1 1,0 0-1,0-1 0,-1 0 0,0 0 0,0 0 0,-1-1 0,4-5-2,-9 12-1,0 1 0,0 0 0,1-1 0,-1 1 0,0 0 1,0-1-1,0 1 0,0-1 0,0 1 0,1-1 0,-1 1 1,0 0-1,0-1 0,0 1 0,0-1 0,0 1 1,0-1-1,0 1 0,-1 0 0,1-1 0,0 1 0,0-1 1,0 1-1,0-1 0,0 1 0,-1 0 0,1-1 0,0 1 1,0 0-1,-1-1 0,1 1 0,0 0 0,-1-1 1,1 1-1,0 0 0,-1 0 0,1-1 0,0 1 0,-1 0 1,1 0-1,0-1 0,-1 1 0,1 0 0,-1 0 0,1 0 1,-1 0-1,1 0 0,0 0 0,-1 0 0,1 0 1,-1 0-1,1 0 0,-1 0 0,1 0 0,-25 2-15,23-1 10,-96 28-1069,63-21 680</inkml:trace>
  <inkml:trace contextRef="#ctx0" brushRef="#br0" timeOffset="327.2779">337 52 3601,'93'-52'1512,"-95"57"-952,-3 7 120,3 4 81,8 18-121,2 4-48,6 10-160,3 3-80,-2-3-120,4-7-80,2-5-96,-1-7-32,-3-5-216,-3 2-248,-14-11 272</inkml:trace>
  <inkml:trace contextRef="#ctx0" brushRef="#br0" timeOffset="664.972">437 523 2609,'-19'125'1248,"24"-120"-304,2 7-320,-5 5-96,-6 4-136,3 8-192,-3-2-64,8-1-80,-4-4 0,5-6-16,3-8-40,-3-6-120,6-2-264,-1-12 240</inkml:trace>
  <inkml:trace contextRef="#ctx0" brushRef="#br0" timeOffset="1008.641">466 759 2873,'4'-10'3605,"13"0"-3418,2 1 45,15-14-379,-1-1-1,-1-1 0,-1-1 0,-2-2 0,-1-1 0,-1-2 1,-1 0 147,-23 27-154,-2 2 112,0 0 0,-1 0 0,2 0 0,-1 0 0,0 1 0,0-1-1,1 0 1,-1 1 0,0-1 0,1 1 0,0 0 0,-1-1 0,1 1-1,0 0 1,0 0 0,0 0 0,1-1 42,-3 3 373,-4 10 688,-3 34-938,5-27-319,-1-1 0,0 1-1,-2-1 1,0 0 0,-1 0-1,0 0 1,-8 13 196,-5 1-455</inkml:trace>
  <inkml:trace contextRef="#ctx0" brushRef="#br0" timeOffset="1343.22">644 749 2665,'-44'50'1488,"54"-52"-152,-2-5-312,4 5-71,0-3-137,6 5-280,-3 0-136,0 0-296,1-3-176,-4-7-512,-2-4 400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20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47 1384,'39'29'898,"-39"-28"-858,1 0 0,-1-1 0,0 1 0,0-1 0,1 1 0,-1-1 0,0 1 1,0 0-1,0-1 0,1 1 0,-1 0 0,0-1 0,0 1 0,0 0 0,0-1 0,0 1 0,0 0 0,0-1 0,-1 1 1,1-1-1,0 1 0,0 0 0,0-1 0,-1 1 0,1-1 0,0 1 0,-1 0 0,1-1 0,0 1 0,-1-1 1,1 1-1,-1-1 0,1 1 0,-1-1 0,1 0 0,-1 1 0,1-1 0,-1 0 0,1 1 0,-1-1 0,1 0 0,-1 1 1,0-1-1,0 0-40,-34 16 1768,25-12-885,1 2-722,1 0 0,0 1 0,0 0 0,1 1 0,0 0 0,-6 8-161,-4 4 69,11-13-57,-27 34 8,31-39-17,0 1-1,1-1 0,-1 1 0,1 0 0,0-1 1,0 1-1,0 0 0,0 0 0,0 0 1,0 0-1,1 0 0,-1 0 0,1 0 0,0 0 1,0 1-3,1-3 0,-1 0-1,1 0 1,0 0 0,0 0 0,-1 0 0,1 0 0,0 0 0,0 0-1,0 0 1,0 0 0,0 0 0,0-1 0,1 1 0,-1 0 0,0-1-1,0 1 1,0-1 0,1 1 0,-1-1 0,0 0 0,1 1 0,-1-1-1,0 0 1,0 0 0,1 0 0,-1 0 0,0 0 0,1 0 0,-1-1 0,1 1 0,40-5 5,-29 2 36,0-1-1,0 0 1,-1-1 0,0-1-1,0 1 1,0-2-1,0 0 1,-1 0 0,0-1-1,-1-1 1,0 0 0,0 0-1,7-9-40,-11 10 68,0 1 0,0-1-1,0 0 1,-1 0 0,-1-1 0,1 0-1,-1 0 1,-1 0 0,0 0 0,0 0-1,0-1 1,-1 1 0,-1-1-1,0 1 1,0-1 0,-1 0 0,0 0-1,-1 1 1,0-3-68,1 11-3,0 0-1,0 0 1,0 0-1,0 0 1,0 1 0,-1-1-1,1 0 1,0 0-1,-1 0 1,1 1-1,0-1 1,-1 0 0,1 0-1,-1 1 1,1-1-1,-1 0 1,1 1-1,-1-1 1,0 1 0,1-1-1,-1 1 1,0-1-1,1 1 1,-1-1-1,0 1 1,0 0 0,0-1-1,1 1 1,-1 0-1,0-1 1,0 1-1,0 0 1,1 0 0,-2 0 3,0 0-41,0 1 1,-1-1-1,1 1 1,0-1-1,-1 1 1,1 0-1,0 0 1,0 0 0,0 0-1,0 0 1,-2 1 40,-28 23-243</inkml:trace>
  <inkml:trace contextRef="#ctx0" brushRef="#br0" timeOffset="352.829">0 486 5553,'159'82'1993,"-111"-85"-1705,-1-4-56,-15 0-8,-1 0-112,-10-12-88,-3 2 0,6-15-112,2-6-120,2 0-544,1-10 480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19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365 480 536,'-16'1'372,"0"1"0,0 0-1,0 1 1,0 1 0,0 0 0,1 2-1,-11 4-371,-7 5 1632,1 1 1,-29 19-1633,53-29 95,0 0 1,0 1 0,1 0-1,0 0 1,0 0 0,1 1-1,0 0 1,0 1 0,1-1 0,0 1-1,1 0 1,0 0 0,0 0-1,1 1 1,-2 7-96,3-9 20,0 0 1,0-1 0,1 1-1,0 0 1,1 0-1,0 0 1,0 0-1,1 0 1,0 0-1,0 0 1,0 0 0,1 0-1,1-1 1,-1 1-1,1-1 1,1 1-1,-1-1 1,1 0-1,4 5-20,-5-8 15,1-1 0,-1 0 0,1 0-1,-1 0 1,1 0 0,0-1 0,0 0 0,0 1-1,0-1 1,1-1 0,-1 1 0,0-1-1,1 1 1,-1-1 0,1-1 0,0 1-1,-1 0 1,1-1 0,0 0 0,-1 0-1,1-1 1,-1 1 0,1-1 0,0 0 0,-1 0-1,2-1-14,4-1-58,0 0 1,1-1-1,-1 0 0,-1-1 0,1 0 0,-1-1 1,0 0-1,0 0 0,0-1 0,-1 0 0,0 0 58,20-28-262</inkml:trace>
  <inkml:trace contextRef="#ctx0" brushRef="#br0" timeOffset="382.835">490 0 4689,'2'3'90,"-1"0"-1,1 0 1,-1 0 0,0 0-1,0 0 1,0 1 0,-1-1 0,1 0-1,-1 0 1,0 1 0,1-1-1,-2 0 1,1 0 0,0 1-1,-1-1 1,1 0 0,-1 0-1,0 0 1,-1 2-90,0 11 152,-24 156 117,10-77-138,4 1 0,2 61-131,10-156 4,-1 0 0,1 0 0,0 0 0,0 0 0,0 0 0,0 0-1,1 0 1,-1 0 0,0 0 0,0 0 0,0-1 0,1 1 0,-1 0 0,1 0 0,-1 0 0,0 0-1,1 0 1,0 0 0,-1-1 0,1 1 0,-1 0 0,1 0 0,0-1 0,0 1 0,-1 0 0,1-1 0,0 1-1,0-1 1,0 1 0,0-1 0,0 1 0,0-1-4,1 0 7,1 0 0,-1 0 0,1 0 0,-1 0 0,1 0 0,-1-1 0,1 1 0,-1-1 0,1 0 0,-1 1 0,1-1 0,-1-1 0,0 1-7,13-7 37,0 0 0,0-1 0,9-8-37,-24 16 1,39-34 35,-32 28-26,0 0 1,0 0-1,0 0 1,1 1-1,0 1 0,0-1 1,1 1-1,0 1 1,2-2-11,-9 6 18,0 0 1,-1-1-1,1 1 1,0 0-1,0 0 1,-1 0-1,1 1 1,0-1-1,-1 0 1,1 1-1,0-1 1,-1 1-1,1-1 1,0 1-1,-1 0 1,1 0-1,-1-1 1,1 1-1,-1 0 1,0 1-1,1-1 1,-1 0-1,0 0 1,0 0-1,0 1 1,1-1-1,-1 2-18,28 50 502,-12-19-324,-16-33-196,0 1 1,0-1-1,0 0 1,0 1-1,0-1 1,1 0-1,-1 1 1,0-1-1,0 0 1,1 0 0,-1 0-1,1 0 1,-1-1-1,1 1 1,0 0-1,-1 0 1,1-1-1,-1 1 1,1-1-1,0 0 1,0 1 0,-1-1-1,2 0 18,3-5-157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18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 3617,'0'-5'1464,"2"8"-928,3 18-96,0 15 80,7 22-31,-9 9-57,1 3-40,1-5-40,5-14-120,7-6-40,4-21-128,1-9-32,2-16-240,-3-15-320,4-6 352</inkml:trace>
  <inkml:trace contextRef="#ctx0" brushRef="#br0" timeOffset="374.9049">515 0 4129,'-15'8'2811,"-3"19"-2652,17-25-143,-25 45 112,2 0-1,2 1 1,3 2 0,1 2-128,5-14 104,8-27-62,1 0 0,0 0 1,1 1-1,0-1 0,1 1 0,0 0 0,1 0 0,0 0 0,1 0 1,0 0-1,1 1-42,-1-12 6,0 0 0,0 0 0,1-1-1,-1 1 1,0 0 0,0 0 0,1-1 0,-1 1 0,1 0 0,-1 0 0,1-1 0,-1 1 0,1 0 0,-1-1 0,1 1 0,-1-1 0,1 1-1,0-1 1,-1 1 0,1-1 0,0 1 0,0-1 0,-1 0 0,1 1 0,0-1 0,0 0 0,-1 1 0,1-1 0,0 0 0,0 0-1,0 0 1,0 0 0,-1 0 0,1 0 0,0 0 0,0 0 0,0 0 0,0 0 0,-1-1 0,1 1 0,0 0 0,0 0 0,-1-1 0,1 1-1,0-1 1,0 1 0,-1-1 0,1 1 0,0-1-6,42-30 141,-35 24-113,31-26 14,-1-1 1,-2-2 0,-2-1 0,-1-2 0,-2-2 0,15-25-43,-44 63-6,0-1 1,0 0-1,0 1 0,0-1 1,-1 0-1,1 0 1,-1 0-1,0 0 0,-1 0 1,1 0-1,-1-1 0,1 1 6,-1 3-12,0 0 0,-1 1 0,1-1 0,0 0 0,0 1 0,0-1 0,-1 0 0,1 1 0,0-1 0,-1 1 0,1-1 0,-1 0 0,1 1 0,0-1 0,-1 1 0,1-1 0,-1 1 0,0-1-1,1 1 1,-1 0 0,1-1 0,-1 1 0,0 0 0,1-1 0,-1 1 12,-2-1-53,1 1 0,-1 0 0,1-1 0,-1 1 0,1 0 0,-1 0 0,1 1 0,-1-1 0,1 0 0,-1 1 0,-1 0 53,-33 11-512,-5-1 172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7:17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1136 6502 4481,'0'3'70,"-1"-1"0,1 1 1,0-1-1,-1 1 0,0 0 0,0-1 1,0 1-1,0-1 0,0 1 0,0-1 0,0 0 1,-1 0-1,1 1 0,-1-1 0,0 0 1,0 0-1,0-1 0,0 1 0,0 0 1,0 0-1,0-1 0,0 0 0,-1 1 0,-1 0-70,-2-2 47,1 0-1,-1 0 0,1-1 1,-1 0-1,1 0 0,0 0 0,0 0 1,-1-1-1,1 0 0,0 0 1,0 0-1,1-1 0,-2 0-46,-23-11 296,1-2 0,0-1 0,1-1 0,1-2-1,0 0 1,2-1 0,1-2 0,0-1 0,2 0 0,0-2 0,2 0-1,1-1 1,-6-13-296,-84-172 155,9-5 0,9-4 0,10-3-1,10-4 1,10-3 0,6-25-155,2-50-44,14-2 0,13-2 1,14-1-1,19-143 44,9 182-153,12 2 1,57-230 152,-40 306-29,8 1 0,9 3-1,8 3 1,29-39 29,-71 164-3,206-410 2,-231 465-2,-1 0-4,0 1 0,0 1-1,0-1 1,1 0 0,0 1 0,0 0 0,0 0-1,1 0 1,0 0 0,0 1 0,0-1 0,0 1 0,1 1-1,0-2 8,-5 5-2,-1 0-1,1 0 1,-1-1 0,1 1-1,-1 0 1,1 0-1,0-1 1,-1 1 0,1 0-1,-1 0 1,1 0-1,0 0 1,-1 0-1,1 0 1,-1 0 0,1 0-1,0 0 1,-1 0-1,1 1 1,-1-1-1,1 0 1,-1 0 0,1 1-1,0-1 1,-1 0-1,1 0 1,-1 1-1,1-1 1,-1 1 0,1-1-1,-1 0 1,0 1-1,1-1 1,-1 1 0,0-1-1,1 1 3,4 32-66,-7 28-161,-5-21 91</inkml:trace>
  <inkml:trace contextRef="#ctx0" brushRef="#br0" timeOffset="562.409">517 135 4857,'12'-4'1784,"84"-34"-1530,-53 20 134,40-11-388,-50 20 239,-5 0-2,0 1 1,1 2-1,0 0 1,0 2 0,12 1-238,-31 3 31,1 1 0,-1 0 0,0 0 0,1 1 0,-1 0 1,0 1-1,0 1 0,-1-1 0,1 1 0,-1 1 0,1 0 1,-2 0-1,1 1 0,0 0 0,-1 0 0,0 1 0,2 4-31,6 5 24,-2 1 1,0 1-1,-1 0 0,-1 1 0,-1 1 0,-1-1 1,0 2-1,-2-1 0,0 1 0,-1 1 0,-2-1 0,4 22-24,2 26-86,-4 0-1,-2 1 1,-4 35 86,-5-12-540,-6-15 228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5-10T04:31:5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5658 3666 4113,'-12'2'4660,"14"1"-2377,23 8-1500,-10-5-634,19 5 17,-17-6-47,0 1 1,0 1-1,0 0 1,6 4-120,-21-9 2,1-1 0,0 1 0,-1 0 0,1 0 0,-1 0 0,0 0 0,0 0 0,0 1 1,0-1-1,0 1 0,0-1 0,0 1 0,-1 0 0,0 0 0,1-1 0,-1 1 0,0 0 0,0 0 0,-1 0 0,1 0 0,-1 0 0,1 0 0,-1 2-2,-1 5 8,0 0-1,0-1 1,-1 1-1,-1 0 0,1-1 1,-4 6-8,-7 34 57,12-47-72,1 0 0,0 0 0,1 1-1,-1-1 1,0 0 0,1 0-1,-1 0 1,1 0 0,0 0-1,-1 1 1,1-1 0,0 0 0,0-1-1,0 1 1,1 0 0,-1 0-1,1 0 16,10 23-65,-10-13 62,0 1 1,-1-1-1,-1 1 0,0-1 1,-1 1-1,0-1 0,-1 1 1,0-1-1,-4 9 3,0 3-87,-2-1 1,0-1-1,-2 1 0,-6 10 87,-6-8-977,21-42 631</inkml:trace>
  <inkml:trace contextRef="#ctx0" brushRef="#br0" timeOffset="328.075">6313 3668 4769,'33'80'2024,"-54"-45"-1423,-3 6 71,4 3-136,-3 1-208,3 0-32,-1-11-160,2-5-64,10-12-56,-1-7-8,8-8-304,-3-5-480,0-9 504</inkml:trace>
  <inkml:trace contextRef="#ctx0" brushRef="#br0" timeOffset="678.13">6127 3812 5473,'4'-43'2617,"16"70"-1353,-1 8-64,-3 4-304,-4 7-479,-6-3-185,2-7-184,1-3-24,4-14-120,6-6-281,4-18-791,7-7 752</inkml:trace>
  <inkml:trace contextRef="#ctx0" brushRef="#br0" timeOffset="1152.378">6507 3613 3193,'7'46'1545,"-6"-44"-1420,0-1-1,0 1 1,0-1-1,1 0 1,-1 1-1,0-1 0,1 0 1,-1 0-1,1 0 1,-1 0-1,1 0 1,-1 0-1,1 0 1,0-1-1,0 1 0,-1 0 1,1-1-1,0 0 1,0 1-1,1-1-124,5 3 427,0 0-231,0-1 0,0 0 0,1 0 0,-1 0 0,0-1 0,6 0-196,28 6 352,-42-7-346,1 1 1,0-1-1,0 1 1,-1-1-1,1 1 1,-1-1-1,1 1 0,0 0 1,-1-1-1,1 1 1,-1 0-1,1-1 1,-1 1-1,0 0 0,1 0 1,-1 0-1,0-1 1,1 1-1,-1 0 0,0 0 1,0 0-1,0 0 1,0 0-1,0-1 1,0 1-1,0 0 0,0 0 1,0 0-1,0 0 1,0 0-1,-1-1 1,1 1-1,0 0 0,-1 0 1,1 0-1,0-1 1,-1 1-1,1 0 1,-1 0-7,-20 39 36,18-35-20,-13 19-2,13-19-12,0-1 0,0 1 0,0 0 0,0 0 1,1 0-1,-1 0 0,1 0 0,1 1 0,-1-1 0,1 0 0,-1 2-2,3-6 0,-1-1 0,0 1 0,0 0 0,1-1 0,-1 1 0,0-1 0,1 1 0,-1 0 0,1-1 0,-1 1 0,1-1 0,-1 1 0,1-1 0,-1 0 0,1 1 0,-1-1 0,1 1 0,-1-1 0,1 0 0,0 1 0,-1-1 0,1 0 0,0 0 0,-1 0 0,1 1 0,0-1 0,-1 0 0,1 0 0,0 0 0,-1 0-1,1 0 1,0 0 0,-1 0 0,1-1 0,0 1 0,-1 0 0,2 0 0,33-5 2,-30 4 0,123-24 64,-128 25-64,1-1-1,-1 1 0,1 0 0,-1 0 0,1 0 0,0 0 1,-1-1-1,1 1 0,-1 0 0,1 0 0,0 0 0,-1 0 1,1 0-1,0 0 0,-1 1 0,1-1 0,-1 0 0,1 0 1,0 0-1,-1 1 0,1-1 0,-1 0 0,1 0 0,-1 1 1,1-1-1,-1 0 0,1 1 0,-1-1 0,1 1 0,-1-1 1,1 1-1,-1-1 0,0 1 0,1-1 0,-1 1 0,0-1 1,0 1-1,1-1 0,-1 1 0,0 0 0,0 0-1,0 1-13,-1 1 1,0-1-1,0 1 0,0-1 1,0 0-1,0 1 0,0-1 0,-1 0 1,1 0-1,-1 0 0,-1 1 13,-53 54-655,56-57 634,-55 50-304</inkml:trace>
  <inkml:trace contextRef="#ctx0" brushRef="#br0" timeOffset="3349.331">7872 3611 5137,'60'52'2169,"-72"8"-1337,-1 7-8,-10 11-136,3-2-192,-2-9-168,4-9-88,13-19-208,2-10-152,17-29-392,4-13-304,17-25 464</inkml:trace>
  <inkml:trace contextRef="#ctx0" brushRef="#br0" timeOffset="3704.322">8129 3673 4369,'5'14'427,"-1"0"1,-1 0-1,0 0 0,-1 0 1,0 1-1,-1 6-427,-1-6 184,2-1 0,-1 1 1,2-1-1,0 0 0,2 6-184,-4-17 42,0-1 0,0 0 0,0 0 0,0 0 1,0 0-1,0 0 0,1 0 0,-1 0 0,0 0 0,1 0 1,0 0-1,-1-1 0,1 1 0,0-1 0,0 1 0,0-1 1,0 0-1,0 0 0,0 0 0,1 0 0,-1 0 0,0 0 1,0 0-1,1-1 0,-1 1 0,0-1 0,1 0 0,-1 0 1,1 0-1,-1 0 0,0 0 0,1 0 0,-1-1 1,0 1-1,1-1 0,-1 1 0,0-1 0,1 0-42,10-4 107,0 1 0,0-2 0,-1 0 0,1 0 0,-1-1 0,0-1-107,16-10 122,-1-2 1,-1-1-1,-1-1 0,21-24-122,-36 35 44,0 0 0,-1 0-1,0-1 1,-1 0 0,-1-1 0,0 0-1,0 0 1,-2 0 0,1-1-1,-2 0 1,0 0 0,1-8-44,-4 20 14,-1 0-1,0 0 1,1 1 0,-1-1 0,0 0 0,0 1 0,0-1 0,-1 0 0,1 0-1,0 1 1,-1-1 0,1 0 0,-1 1 0,1-1 0,-1 0 0,0 1-1,0-1 1,0 1 0,0-1 0,0 1 0,0 0 0,0-1 0,0 1-1,0 0 1,-1 0 0,1 0-14,-2-1 14,0 1 0,0-1 0,0 1 0,-1 0 0,1 0-1,0 1 1,0-1 0,-1 1 0,1-1 0,0 1 0,-1 0 0,1 0 0,-1 1-14,-11 1 21,0 0-1,0 1 1,0 1 0,1 0 0,-9 5-21,-20 10-407,2 2-1,0 2 0,-28 21 408,48-32-1025,13-13 414</inkml:trace>
  <inkml:trace contextRef="#ctx0" brushRef="#br0" timeOffset="2637.046">7466 3531 4057,'49'-50'1798,"-48"50"-1698,0-1 1,0 1-1,0-1 1,-1 0-1,1 1 1,0-1-1,0 0 1,-1 0-1,1 1 1,-1-1-1,1 0 1,-1 0 0,1 0-1,-1 0 1,0 0-1,1 0 1,-1 0-1,0 0 1,0 0-1,1 0 1,-1 0-101,-10 4 2199,-1 10-2079,-6 5 8,1 1 1,1 0-1,1 1 0,1 1 1,0 0-1,2 1 1,-5 15-129,-11 24 317,-1 1 38,3 2 1,2 0 0,-12 63-356,35-122-404,3-13-37,5-16-425,-3-2 451</inkml:trace>
  <inkml:trace contextRef="#ctx0" brushRef="#br0" timeOffset="2990.093">7218 3702 4961,'-2'-1'2161,"0"1"-1233,6 10-24,-2 33-280,83 46-128,-47-57-64,0-3-56,-2-6-56,1-4-48,-8-2-104,-3-4 17,-5-2-105,-9-1-48,-9-3 0,2-4-136,-5 1-457,0-4-303,0-2 488</inkml:trace>
  <inkml:trace contextRef="#ctx0" brushRef="#br0" timeOffset="7356.106">10612 3486 2945,'18'37'266,"16"35"1688,19 63-1954,-49-124 174,1 0 0,0 0 0,0 0 1,1 0-1,1-1 0,-1 0 0,4 2-174,-8-9 42,0-1 0,0 1 0,0-1 0,0 0 1,1 0-1,-1 0 0,1 0 0,-1-1 0,1 1 0,0-1 0,0 1 0,-1-1 1,1 0-1,0 0 0,0 0 0,0 0 0,0-1 0,0 1 0,1-1 0,-1 0 1,0 0-1,0 0 0,0 0 0,0-1 0,0 1 0,0-1 0,0 0 0,0 0 1,0 0-43,13-6 213,-1 0 1,0-2 0,-1 0 0,0 0-1,0-2 1,-1 1 0,0-2 0,10-11-214,-15 14 113,1 0-1,-1-1 1,0-1 0,-1 1 0,0-1 0,-1 0 0,-1-1-1,1 0 1,-2 0 0,1 0 0,1-11-113,-5 19 35,0 1 0,0-1 1,-1 0-1,0 1 0,1-1 0,-1 0 0,0 1 1,-1-1-1,1 1 0,-1-1 0,0 0 0,1 1 1,-1-1-1,-1 1 0,1 0 0,-1-1 1,1 1-1,-1 0 0,0 0 0,0 0 0,0 0 1,0 0-1,-1 0 0,1 1 0,-1-1 0,0 1 1,0 0-1,0 0 0,-2-2-35,-2 1 33,0 1 0,0 0 1,0 0-1,-1 0 0,1 1 0,0 0 0,-1 0 1,1 1-1,-1 0 0,1 0 0,-1 1 0,1 0 0,0 0 1,-1 1-34,-27 6-335,0 2 1,-16 9 334,-35 9-1649,54-21 1046</inkml:trace>
  <inkml:trace contextRef="#ctx0" brushRef="#br0" timeOffset="6653.193">9906 3500 5801,'-10'45'2457,"-2"15"-1137,-2 0-648,-1 5-48,1-5-200,-1-12-224,1 1-88,9-18-88,-4-2 16,4-12-40,7-6-144,5-6-416,-2-7-336,17-8 504</inkml:trace>
  <inkml:trace contextRef="#ctx0" brushRef="#br0" timeOffset="7028.058">10086 3654 4449,'6'3'186,"-1"-1"0,1 1 0,-1 0 0,1 0 0,-1 0 0,0 1 0,-1 0 0,3 2-186,-5-3 55,0-1 1,-1 1-1,0 0 0,1 0 1,-1-1-1,0 1 0,-1 0 0,1 0 1,0 0-1,-1 0 0,0 0 0,1 0 1,-1 0-1,-1 0 0,1 0 1,0 0-1,-1 0 0,1 0-55,-2 17 199,1 0 0,0 0 0,3 16-199,-2-31 23,1 0 0,-1 0 0,1-1 0,0 1 0,0 0 0,1 0 0,-1-1 0,1 1 0,0-1 0,0 1 0,1-1 0,-1 0 0,1 0 0,0 0 0,0 0 0,0-1 0,4 4-23,-4-6 46,0 0 0,0 1-1,0-1 1,0 0-1,0-1 1,0 1 0,0-1-1,1 1 1,-1-1-1,0 0 1,0 0 0,0 0-1,0-1 1,1 1-1,-1-1 1,0 0 0,0 0-1,0 0 1,0 0-1,0 0 1,0 0-1,-1-1 1,1 0 0,0 1-1,-1-1 1,1 0-1,-1 0 1,2-2-46,7-6 143,0 1 0,-1-1 1,0-1-1,-1 0 0,6-9-143,-8 9 50,0 0 0,0-1 0,-1 1 0,-1-1 0,0-1 0,-1 1 0,0 0 0,0-6-50,-3 14 13,0 0 0,0 0 1,-1 0-1,0 0 0,0 0 0,0 0 0,0 0 0,-1 0 0,1 0 0,-1 0 0,0 0 0,0 0 0,-1 1 0,1-1 1,-1 0-1,0 1 0,0-1 0,0 1 0,0-1 0,-1 1 0,1 0 0,-1 0 0,0 0 0,0 0 0,0 1 0,0-1 1,0 1-1,-2-1-13,-3-2 14,0 1 1,-1 1-1,1 0 1,-1 0 0,1 0-1,-1 1 1,0 1-1,0-1 1,0 1 0,-8 1-15,11-1-69,-1 1 1,1 1 0,-1-1-1,1 1 1,-1 1 0,1-1-1,0 1 1,-1 0 0,1 0-1,0 1 1,1 0 0,-1 0-1,0 0 1,1 1 0,-2 1 68,-1 4-884,14-10 361</inkml:trace>
  <inkml:trace contextRef="#ctx0" brushRef="#br0" timeOffset="5979.26">9457 3459 3361,'61'6'1477,"-61"-5"-1439,1-1 0,-1 0-1,1 0 1,-1 0-1,0 0 1,1 0 0,-1 0-1,0 1 1,1-1 0,-1 0-1,0 0 1,1 1-1,-1-1 1,0 0 0,1 0-1,-1 1 1,0-1-1,0 0 1,1 1 0,-1-1-1,0 0 1,0 1-1,0-1 1,1 0 0,-1 1-1,0-1 1,0 1 0,0-1-1,0 0 1,0 1-1,0-1 1,0 1 0,0-1-1,0 0 1,0 1-1,0-1 1,0 1 0,0-1-1,0 0 1,0 1 0,-1-1-1,1 0 1,0 1-1,0-1 1,0 1 0,-1-1-1,1 0 1,0 1-38,-11 17 661,9-16-495,-126 205 2078,31-48-1734,85-136-431,3-7-69,9-16-54,0 0-1,0 0 1,0 0 0,0 0 0,0 0 0,0 0 0,0-1 0,0 1 0,0 0 0,0 0 0,0 0 0,0 0 0,0 0 0,0 0 0,0 0 0,0 0 0,0 0 0,0 0 0,0 0 0,0-1-1,-1 1 1,1 0 0,0 0 0,0 0 0,0 0 0,0 0 0,0 0 0,0 0 0,0 0 0,0 0 0,0 0 0,-1 0 0,1 0 0,0 0 0,0 0 0,0 0 0,0 0 0,0 0 0,0 0-1,0 0 1,0 0 0,0 0 0,-1 0 0,1 0 0,0 0 0,0 0 0,0 0 0,0 0 44,0-1-533</inkml:trace>
  <inkml:trace contextRef="#ctx0" brushRef="#br0" timeOffset="6307.305">9267 3599 6041,'0'-1'2209,"0"1"-1857,2 0-40,17 12-32,51 58 24,-50-41 96,-2-2 88,0-3-96,1-5-80,5-5-144,-8 0-88,-1-9-56,-5 2-8,-10 0-16,4-4-56,-8 2-264,3-5-216,-1 0 312</inkml:trace>
  <inkml:trace contextRef="#ctx0" brushRef="#br0" timeOffset="9005.603">7357 4962 5609,'-2'0'2201,"0"0"-1609,2 0-64,4 0 56,45 0-232,63-16-120,-51 1-48,-1-2-128,-8 1 0,-15 8-56,-2 1-8,-20 7-136,-3 1-248,-5 8 264</inkml:trace>
  <inkml:trace contextRef="#ctx0" brushRef="#br0" timeOffset="9349.266">7434 5306 6361,'49'-14'2521,"13"9"-1745,-2 2-72,-7 6-128,-5 6-160,-15 1-184,-2-3-128,-11-6-104,-8 3 0,-3-1-64,-6-1-176,-3 0 2185,0-4-1553</inkml:trace>
  <inkml:trace contextRef="#ctx0" brushRef="#br0" timeOffset="10693.297">9368 5138 3993,'-3'7'331,"1"-3"-104,0 0 0,0 1 0,0-1 0,1 1 0,0-1 0,-1 1 0,2 0 0,-1 3-227,1-8 49,1 0 0,0 0 0,0 1 0,0-1 0,0 0 0,0 0 0,0 0-1,0-1 1,0 1 0,-1 0 0,1 0 0,0 0 0,0-1 0,0 1 0,0 0 0,-1-1 0,1 1 0,0 0 0,0-1 0,0 1 0,-1-1 0,1 0 0,0 1 0,-1-1-1,1 0 1,-1 1 0,1-1-49,29-21 547,20-24 276,-1-2-1,-3-2 1,8-16-823,-50 61 42,-1 1 1,0 0-1,0-1 1,0 0-1,-1 0 1,0 0 0,0 0-1,0 0 1,-1 0-1,1 0 1,-1-1 0,0-1-43,-1 6 8,0 0-1,0 0 1,0-1 0,-1 1 0,1 0 0,0 0 0,0 0 0,-1-1 0,1 1 0,-1 0 0,1 0 0,-1 0 0,0 0 0,1 0 0,-1 0-1,0 0 1,1 0 0,-1 0 0,0 0 0,0 0 0,-1 0-8,0 0 7,-1 0-1,1 0 1,-1 0 0,1 0-1,-1 0 1,0 0 0,0 1-1,1-1 1,-1 1 0,0 0-1,0 0 1,1 0 0,-4 0-7,-8 2 5,-1-1 0,0 2 0,1 0 0,-1 1-1,1 0-4,8-2-54,0 0-1,0 0 0,1 1 1,-1 0-1,1 0 0,-1 0 0,1 0 1,0 1-1,0 0 0,1 0 0,-1 0 1,1 1-1,-2 2 55,0 5 2059,9-7-1012</inkml:trace>
  <inkml:trace contextRef="#ctx0" brushRef="#br0" timeOffset="11057.321">9874 5133 2665,'0'4'97,"1"0"0,0-1 0,0 1 0,0 0 0,0 0 0,1-1 0,0 1 0,-1-1 1,1 0-1,1 1 0,-1-1 0,0 0 0,1 0 0,-1 0 0,1 0 0,0-1 0,0 1 1,0-1-1,1 0 0,-1 0 0,0 0 0,1 0 0,-1 0 0,1-1 0,0 0 0,-1 0 1,1 0-1,0 0 0,0 0 0,0-1 0,0 1 0,0-1 0,2 0-97,10-1 341,1-1-1,-1-1 1,1 0-1,-1-1 1,0-1-1,-1 0 1,1-1-1,-1-1 1,0-1-341,15-7 518,-2-1 0,0-2 0,-1-1 0,3-4-518,-24 18 215,1 0 0,-1-1 0,0 0 0,0 0 0,-1 0 1,3-4-216,-8 9 42,1 0 0,-1 0 1,1 0-1,-1 0 1,1 0-1,-1 0 0,0 0 1,1 0-1,-1 0 0,0 0 1,0 0-1,0 0 1,0-1-1,0 1 0,0 0 1,0 0-1,0 0 1,0 0-1,0 0 0,-1 0 1,1 0-43,-1 0 27,0-1 1,0 1-1,0 0 0,0 0 1,0 0-1,0-1 0,-1 1 1,1 1-1,0-1 1,-1 0-1,1 0 0,-1 0 1,1 1-1,-1-1 0,1 1 1,-1-1-1,1 1 1,-1-1-1,1 1-27,-14-2 24,1 0-1,-1 0 1,1 1 0,-1 1-1,1 1 1,0 0 0,-1 0-1,1 2 1,0 0 0,0 0-1,-1 2-23,-38 12-558,1 3 0,-11 8 558,29-14-634,5-2-485,22-11 479</inkml:trace>
  <inkml:trace contextRef="#ctx0" brushRef="#br0" timeOffset="9917.781">8506 4792 3177,'0'0'229,"0"-1"-110,-1 1-1,1 0 1,-1-1 0,1 1-1,-1 0 1,1-1-1,0 1 1,-1 0 0,1 0-1,-1 0 1,0-1 0,1 1-1,-1 0 1,1 0 0,-1 0-1,1 0 1,-1 0 0,1 0-1,-1 0 1,1 0 0,-1 0-1,1 0 1,-1 0 0,0 1-1,1-1 1,-1 0-1,1 0 1,-1 0 0,1 1-119,-15 1 137,1 0 0,-1 2 0,1-1 0,0 2 1,0 0-1,1 1 0,-1 0 0,1 1 0,0 0 0,1 1 1,0 1-1,0 0 0,-4 5-137,12-10 43,1 1-1,-1-1 1,1 0 0,0 1-1,0 0 1,1 0 0,-1 0 0,1 0-1,0 0 1,1 0 0,-1 1-1,1-1 1,-1 6-43,2-10 16,0 1 1,0-1-1,0 1 0,0-1 1,0 1-1,0 0 0,1-1 1,-1 1-1,0-1 0,1 1 0,-1-1 1,1 0-1,0 1 0,-1-1 1,1 1-1,0-1 0,0 0 1,0 0-1,0 1 0,0-1 0,0 0 1,0 0-1,1 0 0,-1 0 1,0 0-1,0 0 0,1-1 1,-1 1-1,1 0 0,-1-1 0,0 1 1,1-1-1,-1 1 0,1-1 1,0 0-1,-1 1 0,1-1 0,-1 0 1,1 0-1,-1 0 0,1 0 1,-1-1-1,1 1 0,0 0 1,-1-1-1,1 1 0,-1-1 0,1 1-16,14-4 42,0 0 0,-1-2 0,1 1 0,-1-2 0,0 0 0,0-1 0,-1 0-1,0-1 1,1-2-42,34-26 68,31-31-68,-77 65 2,7-6 3,-3 4-3,1-1 1,-2 0-1,1-1 1,-1 1-1,0-1 1,0-1-1,-1 1 1,0-1-1,-1 0 1,1-1-3,-5 9 0,1 0 1,-1-1 0,0 1-1,0 0 1,0 0 0,1-1 0,-1 1-1,0 0 1,0 0 0,0-1 0,0 1-1,0 0 1,1 0 0,-1-1-1,0 1 1,0 0 0,0 0 0,0-1-1,0 1 1,0 0 0,0-1-1,0 1 1,0 0 0,0 0 0,0-1-1,0 1 1,0 0 0,-1-1 0,1 1-1,0 0 1,0 0 0,0-1-1,0 1 1,0 0 0,0 0 0,-1-1-1,1 1 1,0 0 0,0 0 0,0 0-1,-1-1 1,1 1 0,0 0-1,0 0 1,-1 0 0,1 0 0,0 0-1,0-1 1,-1 1 0,1 0-1,0 0 1,-1 0 0,1 0 0,0 0-1,0 0 1,-1 0 0,1 0 0,0 0-1,-1 0 1,1 0 0,0 0-1,0 0 1,-1 0 0,1 0 0,-1 1-1,-19 10 71,12-2-16,-1 0-1,1 1 1,1 0-1,-1 0 1,2 1-1,0 0 1,0 0-1,1 0 1,-1 3-55,-11 31 358,-7 35-358,18-62 30,-18 75 659,3 1 0,4 1 1,4 0-1,2 69-689,7-126 26,1 8-4,5-34-903,4-15-1106,15-19 1339</inkml:trace>
  <inkml:trace contextRef="#ctx0" brushRef="#br0" timeOffset="10292.681">8827 5085 4169,'82'82'1864,"-41"-114"-1032,7-3-103,-5-6-329,0 0-104,-18 5-24,-7 5 32,-15 14-40,-22 3-24,-19 13-72,-13 6-104,-11 9-64,6 6-72,10 2-616,8-3 504</inkml:trace>
  <inkml:trace contextRef="#ctx0" brushRef="#br0" timeOffset="69885.63">3787 5834 5505,'3'1'183,"0"1"1,0-1-1,0 1 0,0 0 0,0 0 1,0 1-1,0-1 0,-1 0 0,1 1 0,-1 0 1,1 0-184,-2 1 155,-1-1 1,1 1 0,0 0 0,-1-1-1,0 1 1,0 0 0,0-1 0,0 1-1,-1 0 1,1-1 0,-1 3-156,-8 131 1239,8-91-694,-3 0-1,-1 0 1,-3 6-545,6-46 38,1 0 0,0 1 0,0-1 0,1 0 0,0 1 0,0-1 0,1 0 0,-1 0 0,1 1 0,1-1 1,1 5-39,2 1 40,1 1 0,0-1 1,1 0-1,5 6-40,-9-13 8,-3-5-44,1 0 0,-1 1 0,0-1 0,1 0 0,-1 1 1,0-1-1,1 0 0,-1 0 0,0 1 0,0-1 0,1 1 1,-1-1-1,0 0 0,0 1 0,1-1 0,-1 0 0,0 1 0,0-1 1,0 1-1,0-1 0,0 1 0,0-1 0,0 0 0,0 1 0,0-1 1,0 1-1,0-1 0,0 1 0,0-1 0,0 1 0,0-1 1,0 0-1,0 1 0,-1-1 0,1 1 0,0-1 0,0 0 0,0 1 1,-1-1-1,1 0 0,0 1 0,-1-1 0,1 0 0,0 1 0,-1-1 1,1 0-1,0 1 0,-1-1 0,1 0 0,0 0 0,-1 0 1,1 1-1,-1-1 0,1 0 0,0 0 0,-1 0 0,1 0 0,-1 0 1,1 0 35,-2 0-562</inkml:trace>
  <inkml:trace contextRef="#ctx0" brushRef="#br0" timeOffset="70504.103">4202 6026 4985,'-5'59'1819,"4"-57"-1668,-1 1-1,0-1 0,0 0 1,0 1-1,0-1 1,0 0-1,0 0 0,0 0 1,-1-1-1,1 1 1,-1-1-1,1 1 0,-1-1 1,0 0-1,1 0 1,-1 0-1,0 0-150,-5 3 540,6-2-482,0 0 1,0 0 0,0 1-1,0-1 1,1 1-1,-1-1 1,1 1-1,-1 0 1,1 0 0,0-1-1,0 1 1,0 0-1,1 0 1,-1 0-1,1 0 1,-1 0 0,1 0-1,0 0 1,0 0-1,0 0 1,1 0-1,-1 0 1,1 2-59,0 2 14,0 0 0,0 1-1,0-1 1,1 0 0,1 0 0,-1 0-1,1 0 1,0 0 0,2 2-14,-4-7 7,1 0 0,0 1 1,0-1-1,1 0 0,-1 0 0,0 0 1,1-1-1,-1 1 0,1 0 0,-1-1 1,1 0-1,0 1 0,0-1 0,0 0 1,-1 0-1,1-1 0,0 1 0,2 0-7,2-1 27,-1 0 0,0 0 0,1-1 0,-1 1 0,0-1 0,1-1 0,-1 1 0,6-3-27,8-4 67,0-1 1,-1 0-1,0-2 1,15-10-68,-20 10 9,0 1 1,-1-2-1,0 0 1,11-12-10,-19 18 23,0 0 1,0 0-1,-1 0 1,1-1-1,-1 0 1,-1 0-1,0 0 0,0 0 1,0 0-1,0-1 1,0-6-24,-3 12 22,1 0 0,-1 0 0,0 0 0,0 0-1,0 0 1,-1 0 0,1 0 0,0 0 0,-1 1 0,1-1 0,-1 0 0,0 0 0,0 0 0,1 0-1,-1 0 1,0 1 0,-1-1 0,1 0 0,0 1 0,0-1 0,-1 1 0,1 0 0,-1-1 0,1 1-1,-1 0 1,1 0 0,-1 0 0,0 0 0,0 0 0,0 0 0,1 0 0,-1 1 0,0-1-1,0 1 1,0-1 0,0 1 0,0 0 0,0 0 0,0-1 0,0 2 0,0-1 0,-1 0-22,-6 0 43,0 0 0,1 1 0,-1 0 0,0 0 0,0 1 0,1 0 0,-1 0 0,1 1 0,-1 1-43,-155 83-1832,124-68 1323</inkml:trace>
  <inkml:trace contextRef="#ctx0" brushRef="#br0" timeOffset="303854.909">1267 5890 3873,'-7'-11'1618,"-21"-65"-791,3-1 1,-13-74-828,1-41 903,9 0 1,9-2 0,8 0 0,8-4-904,5 18 52,8 1 1,8-1-1,8-3-52,40-176 91,-61 327-62,-1 0-1,-1-29-28,-12 39 374,9 20-426,0 1 27,0 1-1,1 0 1,-1 0-1,0 0 0,0-1 1,0 1-1,0 0 1,0 0-1,0 0 0,0-1 1,0 1-1,0 0 1,0 0-1,0-1 1,0 1-1,0 0 0,-1 0 1,1 0-1,0-1 1,0 1-1,0 0 0,0 0 1,0 0-1,0-1 1,0 1-1,-1 0 0,1 0 1,0 0-1,0 0 1,0 0-1,0-1 0,-1 1 1,1 0-1,0 0 1,0 0-1,0 0 0,-1 0 1,1 0-1,0 0 1,0 0-1,0 0 0,-1 0 1,1 0-1,0 0 1,0 0-1,-1 0 1,1 0-1,0 0 0,0 0 1,0 0-1,-1 0 1,1 0-1,0 0 0,0 0 1,-1 0 25,0 0-483</inkml:trace>
  <inkml:trace contextRef="#ctx0" brushRef="#br0" timeOffset="304261.561">1141 3382 6929,'-6'8'353,"-8"10"15,-3 12 304,-9 8-152,0 5-56,2 12-88,-5-4-16,4-1-80,-1-1-40,10-18-88,10-5-72,4-12-88,10-9-80,4-15-264,2-11-288,15-22 392</inkml:trace>
  <inkml:trace contextRef="#ctx0" brushRef="#br0" timeOffset="304589.127">1232 3433 3769,'5'9'1704,"7"4"-784,0 6-23,4 10-201,3 2-72,3 5-160,-1 5-104,1-6-152,2-3-80,-4-11-104,1-9 8,1-2-64,-3-1-112,-4-4-504,-6-2 432</inkml:trace>
  <inkml:trace contextRef="#ctx0" brushRef="#br0" timeOffset="305430.264">415 1674 2769,'-51'-41'1491,"51"41"-1446,-1-1 0,1 1 1,-1-1-1,1 1 0,-1-1 1,1 1-1,0 0 0,-1-1 1,0 1-1,1-1 1,-1 1-1,1 0 0,-1-1 1,1 1-1,-1 0 0,0 0 1,1 0-1,-1-1 0,0 1 1,1 0-1,-1 0 1,0 0-1,1 0 0,-1 0 1,0 0-1,1 0 0,-1 0 1,1 0-1,-1 1 1,0-1-1,1 0 0,-1 0 1,0 1-1,1-1 0,-1 0 1,1 0-1,-1 1 0,1-1 1,-1 1-1,1-1 1,-1 1-1,1-1 0,-1 1 1,1-1-1,0 1 0,-1-1 1,1 1-1,0-1 0,-1 1 1,1-1-1,0 1 1,0 0-1,-1-1 0,1 1 1,0 0-1,0-1 0,0 1 1,0 0-1,0-1 0,0 1 1,0 0-1,0-1 1,0 1-1,0 0-45,4 36 839,-4-36-777,21 146 1374,-1 98-1436,-5-41 125,-13-191-127,-2-5-4,1 0-1,0 1 0,0-1 1,1 0-1,1 0 0,-1 1 1,2 0 6,0-4-347,-1-16-219,-3 11 553,3-24-356</inkml:trace>
  <inkml:trace contextRef="#ctx0" brushRef="#br0" timeOffset="305838.839">713 1799 2873,'-5'7'348,"0"1"0,0-1 1,0 1-1,1 0 0,1 0 1,-1 0-1,1 1 0,1-1 1,-1 1-1,1-1 0,0 7-348,1-8 99,0 0 0,1 0-1,-1 0 1,1 0 0,1 0-1,-1 0 1,1 0 0,1 1-1,-1-2 1,1 1 0,0 0-1,1 0 1,0-1 0,1 4-99,-3-9 18,1 1 0,-1 0 1,0-1-1,0 1 1,1 0-1,-1-1 0,1 0 1,0 1-1,-1-1 1,1 0-1,0 0 0,0 0 1,-1 0-1,1 0 0,0 0 1,0-1-1,0 1 1,0-1-1,0 1 0,2-1-18,1 0 25,-1 0-1,1 0 1,-1 0 0,1-1-1,0 0 1,-1 0-1,0 0 1,1-1-1,2 0-24,9-5 54,-1-1-1,-1-1 1,1 0 0,12-10-54,-7 3 16,-1-1 0,0 0 0,-1-2 0,-1 0 0,13-19-16,-22 27-3,0 0 1,-2 0-1,1-1 0,-1 0 1,-1 0-1,0-1 1,-1 1-1,0-1 1,-1 0-1,-1 0 0,0 0 1,0-7 2,-2 17 5,1 0-1,-1 0 1,0-1 0,0 1 0,0 0-1,-1 0 1,1-1 0,-1 1 0,0 0-1,0 0 1,0 0 0,0 0 0,0 0-1,-1 0 1,1 0 0,-1 0 0,0 0-1,0 1 1,0-1 0,0 1 0,0 0-1,-1-1 1,1 1 0,-1 0 0,1 0-1,-1 0 1,0 1 0,0-1 0,0 1-1,0-1 1,0 1 0,0 0 0,0 0-1,0 1 1,0-1 0,0 1 0,-1-1-1,1 1 1,-3 0-5,-6 0 37,-1 1 0,0 1 0,0 0 0,1 0 0,-1 1 0,1 1 0,0 0-1,0 1 1,-6 2-37,0 2 22,-1 1 0,1 1 0,1 0 0,-3 3-22,14-10-41,1 1 1,0-1-1,0 1 0,1 0 1,-1 0-1,1 0 1,0 0-1,1 1 0,-1 0 1,1-1-1,0 2 1,0-1-1,1 0 1,0 0-1,0 2 41,-1 24-204</inkml:trace>
  <inkml:trace contextRef="#ctx0" brushRef="#br0" timeOffset="306476.593">1493 1424 3825,'66'-14'1619,"-66"14"-1587,-1 0 0,1-1 0,0 1 0,0 0 0,-1 0 0,1 0 0,0 0 0,0 0 0,0 0 0,-1 0 0,1 0 0,0-1 0,0 1 0,0 0 0,-1 0 0,1 0 0,0 0 0,0-1 0,0 1 0,0 0 0,-1 0 0,1-1 0,0 1 0,0 0 1,0 0-1,0 0 0,0-1 0,0 1 0,0 0 0,0 0 0,0-1 0,0 1 0,0 0 0,0-1 0,0 1 0,0 0 0,0 0 0,0-1 0,0 1 0,0 0 0,0 0 0,0 0 0,0-1 0,0 1 0,0 0 0,1 0 0,-1-1 0,0 1 0,0 0 0,0 0 0,0 0 0,1-1 0,-1 1 0,0 0 0,0 0 0,0 0 0,1 0 0,-1 0 0,0-1 0,0 1 0,1 0 0,-1 0 1,0 0-33,-21-8 757,17 9-713,0 0 0,1 0 0,-1 0 0,1 0 0,-1 0 0,0 1-1,1 0 1,0 0 0,-1 0 0,1 0 0,0 0 0,0 0 0,0 1 0,-2 2-44,-35 42 229,33-38-192,2 1 1,-1 1-1,1-1 0,1 1 0,0 0 0,0 0 1,1 0-1,0 2-37,2-6 23,-1 1-1,1-1 1,1 0 0,-1 0-1,1 1 1,0-1-1,1 0 1,0 1 0,0-1-1,0 0 1,1 0 0,0 0-1,1 2-22,-1-7 4,0 1 1,-1-1-1,1 1 0,0-1 0,0 0 0,1 0 0,-1 0 0,0 0 0,1 0 0,-1 0 0,1-1 1,-1 1-1,1-1 0,0 0 0,0 0 0,-1 0 0,1 0 0,0 0 0,0-1 0,0 1 0,0-1 1,0 0-1,0 0 0,0 0 0,0 0 0,0 0 0,0-1 0,0 1 0,0-1 0,0 0-4,12-2-27,-1-1 0,0 0 0,0-1 0,0-1 0,5-3 27,52-33-918,-44 23 555</inkml:trace>
  <inkml:trace contextRef="#ctx0" brushRef="#br0" timeOffset="306903.256">1746 1080 5185,'0'0'99,"-1"0"1,0 0-1,1-1 0,-1 1 1,0 1-1,1-1 0,-1 0 1,0 0-1,1 0 0,-1 0 1,1 0-1,-1 1 0,0-1 1,1 0-1,-1 0 0,1 1 1,-1-1-1,0 0 1,1 1-1,-1-1 0,1 1 1,-1-1-1,1 1 0,0-1 1,-1 1-1,1-1 0,-1 1 1,1-1-1,0 1 0,0-1 1,-1 1-1,1 0 0,0-1 1,0 1-1,0 0 0,-1-1 1,1 1-1,0 0 0,0-1 1,0 1-1,0-1 0,0 1 1,0 0-1,1 0-99,0 44-404,1-27 721,3 56-281,35 418 69,-38-474-104,-2-13 0,0 0 0,0 0 0,1 0 0,-1 1 0,1-1 0,1 0 1,-1 0-1,1 0 0,0 0 0,1 2-1,-3-7-1,1-1 0,-1 1 0,1 0 0,-1 0 0,1 0 0,-1 0 0,1 0 0,-1-1 0,1 1 0,-1 0 0,1 0 0,-1-1-1,1 1 1,-1 0 0,0-1 0,1 1 0,-1 0 0,1-1 0,-1 1 0,0-1 0,0 1 0,1 0 0,-1-1 0,0 1 0,0-1 0,1 1 0,-1-1 0,0 1 0,0-1 0,0 1 0,0-1 0,0 1 0,0-1 1,9-20-42,6-34-127,-2 0 0,-2-8 169,12-53-161,-15 101 148,-2 29 16,0 34 38,-2 40 79,-4-47 26,2-1 0,2 0 1,9 39-147,-6-62-20,-7-17 9,1 0 1,-1 1 0,0-1-1,1 0 1,-1 0-1,1 0 1,-1 1 0,0-1-1,1 0 1,-1 0-1,1 0 1,-1 0 0,0 0-1,1 0 1,-1 0-1,1 0 1,-1 0 0,1 0-1,-1 0 1,0 0-1,1 0 1,-1 0 0,1 0-1,-1 0 1,0-1-1,1 1 1,-1 0 0,1 0-1,-1 0 1,0-1-1,1 1 1,-1 0 0,0 0-1,1-1 1,-1 1-1,0 0 1,0-1 0,1 1-1,-1 0 1,0-1-1,0 1 1,0-1 0,1 1-1,-1 0 11,11-16-181</inkml:trace>
  <inkml:trace contextRef="#ctx0" brushRef="#br0" timeOffset="308262.905">2305 1135 1912,'0'0'1146,"0"0"-40,0 0-104,0 0-197,0 0-148,0 0-213,0 4 59,2 207 312,-3-209-807,1 0 1,0-1-1,0 1 1,0 0-1,0-1 1,0 1-1,1-1 1,-1 1-1,0-1 1,1 1-1,-1 0 1,1-1-1,0 0 1,-1 1-1,1-1 1,0 1-1,0-1 1,0 0-1,0 1 1,0-1-1,0 0 0,0 0 1,0 0-1,1 0 1,-1 0-1,0 0 1,1 0-1,-1 0 1,0-1-1,1 1 1,-1 0-1,1-1 1,-1 0-1,1 1 1,0-1-1,-1 0 1,1 1-1,-1-1 1,1 0-1,0 0 1,0-1-9,2 1 15,1-1 1,-1 0-1,0-1 1,0 1-1,0-1 1,0 0-1,-1 0 1,1 0 0,0 0-1,-1-1 1,0 0-1,1 1 1,-1-1-1,2-3-15,5-5 5,-1-1-1,-1 0 1,0-1 0,0 0-1,-1 0 1,-1-1-1,0 1 1,-1-1 0,2-11-5,-7 23 2,1 1 1,-1-1 0,0 0 0,0 0 0,0 0-1,-1 1 1,1-1 0,0 0 0,-1 0 0,1 0-1,-1 1 1,1-1 0,-1 0 0,0 1 0,0-1-1,0 1 1,0-1 0,0 1 0,0-1 0,0 1-1,0 0 1,0-1 0,-1 1 0,1 0 0,-1 0 0,1 0-1,-1 0 1,1 0 0,-1 0 0,1 0 0,-1 1-1,0-1 1,0 1 0,1-1 0,-1 1 0,0 0-1,0-1 1,1 1 0,-1 0 0,0 0 0,0 0-1,0 1-2,-7-2 23,0 1 0,0 0-1,0 1 1,-1 0-1,1 0 1,0 1 0,1 1-1,-3 0-22,-7 4-96,1 1 0,0 1-1,0 1 1,1 0 0,0 1-1,1 0 1,0 2-1,-4 4 97,-15 15-282</inkml:trace>
  <inkml:trace contextRef="#ctx0" brushRef="#br0" timeOffset="308605.61">2197 1589 4945,'60'49'2121,"-53"-49"-1289,5-1-176,12-10-296,15-2-168,6-11-104,4-4-24,-2 1-88,-13-1-144,-7 6-520,-3 0 456</inkml:trace>
  <inkml:trace contextRef="#ctx0" brushRef="#br0" timeOffset="308964.896">2642 1015 5001,'-8'3'5284,"7"11"-3869,8 25-2491,-5-28 1605,22 105-730,32 181 787,-47-234-1712,-3 2 0,-3-1 0,-5 48 1126,1-86-718</inkml:trace>
  <inkml:trace contextRef="#ctx0" brushRef="#br0" timeOffset="309693.398">3537 920 5249,'-72'-53'2281,"72"53"-1321,-2 9-240,2 20-424,4 7-120,-1 21-88,4 6 24,0 4-72,0 1-8,1-15-8,-3-6-24,-3-22-88,7-9-136,-4-14-616,0-16 544</inkml:trace>
  <inkml:trace contextRef="#ctx0" brushRef="#br0" timeOffset="310109.419">3497 891 5201,'-25'-3'3019,"25"3"-2995,0 0-1,0 0 1,0 0 0,0 0 0,0-1 0,-1 1 0,1 0-1,0 0 1,0 0 0,0 0 0,0 0 0,0 0 0,0-1 0,0 1-1,0 0 1,0 0 0,0 0 0,0 0 0,0 0 0,0 0-1,0-1 1,0 1 0,0 0 0,0 0 0,0 0 0,0 0-1,0 0 1,0-1 0,0 1 0,0 0 0,0 0 0,0 0 0,0 0-1,0 0 1,0-1 0,0 1 0,0 0 0,0 0 0,0 0-1,0 0 1,1 0 0,-1 0 0,0 0 0,0-1 0,0 1-1,0 0 1,0 0 0,0 0 0,1 0 0,-1 0 0,0 0-1,0 0 1,0 0 0,0 0 0,0 0-24,24-9 543,-2 3-547,13-4-22,1 1-1,11 0 27,-44 9-10,-1 0 0,1 0 0,-1 0 0,1 0 1,-1 0-1,1 0 0,-1 1 0,1-1 0,-1 1 0,0 0 0,1 0 1,-1 0-1,0 0 0,0 0 0,1 0 0,-1 0 0,0 1 1,0-1-1,0 1 0,-1 0 0,1-1 0,0 1 0,-1 0 0,1 0 1,-1 0-1,1 0 0,-1 1 0,0-1 0,0 0 0,0 0 1,0 1-1,0-1 0,-1 0 0,1 1 10,2 12-38,1 0 1,-2 0-1,0 0 0,-1 1 1,-1 4 37,1 0 1,1 22-24,-2-23 17,0 0 1,2-1 0,0 1-1,1-1 1,1 0-1,1 0 1,4 9 5,-9-26 0,-1 0 0,1 0-1,0-1 1,0 1 0,0 0 0,0-1 0,-1 1 0,1 0-1,0-1 1,0 1 0,-1 0 0,1-1 0,-1 1 0,1-1-1,0 1 1,-1-1 0,1 1 0,-1-1 0,1 1-1,-1-1 1,0 1 0,1-1 0,-1 0 0,1 1 0,-1-1-1,0 0 1,1 1 0,-1-1 0,0 0 0,1 0-1,-1 0 1,0 0 0,-30 10 5,24-8 7,-8 2 61,0-1 0,0 0 0,0-1 0,-6-1-73,12-1 48,0 0 1,0 1 0,0 0 0,0 1-1,0 0 1,0 0 0,0 0 0,0 2-1,1-1 1,-1 1 0,1 0-1,0 0 1,-1 2-49,9-6-28,-1 1 0,1-1-1,0 1 1,0-1 0,-1 0 0,1 1-1,0-1 1,0 1 0,0-1 0,-1 1-1,1-1 1,0 1 0,0-1 0,0 1-1,0-1 1,0 1 0,0-1 0,0 1-1,0-1 1,0 1 0,0-1 0,0 1-1,0-1 1,0 1 0,1-1 0,-1 1-1,0-1 29,6 6-269</inkml:trace>
  <inkml:trace contextRef="#ctx0" brushRef="#br0" timeOffset="310454.822">3957 609 5313,'-7'0'2377,"-2"0"-1129,7 20-776,1 11-160,2 22-144,5 16-24,6 16-40,-2 6-24,9 2-48,-6-13 0,-1-18-16,-3-9-80,-4-19-272,4-3-264,-6-15 352</inkml:trace>
  <inkml:trace contextRef="#ctx0" brushRef="#br0" timeOffset="310792.493">4006 1112 5665,'-137'-10'2401,"125"36"-1433,22-21-296,13-10-144,26-14-128,5-5 16,7-12-216,3 0-96,-16 3-448,-7-1-392,-10 19 440</inkml:trace>
  <inkml:trace contextRef="#ctx0" brushRef="#br0" timeOffset="311161.627">4390 727 4097,'79'-55'2368,"-86"53"57,0 2-1577,-1 11-408,4 11-136,-10 22-144,2 16-48,-5 9-16,-3 5-56,4 1-40,1-8 0,6-18-168,8-14-128,4-28-736,6-7 648</inkml:trace>
  <inkml:trace contextRef="#ctx0" brushRef="#br0" timeOffset="311162.627">4448 922 6305,'-5'9'2697,"17"-6"-1457,7-5-320,24-10-440,8-3-39,9-4-217,0 2-120,-10 5-48,-11 7-344,-18 15-609,-11 12 1578,-17 21-785</inkml:trace>
  <inkml:trace contextRef="#ctx0" brushRef="#br0" timeOffset="311483.42">4500 1153 4593,'13'55'2465,"3"-63"-465,4-4-784,3-2-536,1 0-176,-2 2-288,-1 4-47,-1 1-153,-1-2-128,8-1-353,4 0-279,3-6 440</inkml:trace>
  <inkml:trace contextRef="#ctx0" brushRef="#br0" timeOffset="311887.6659">5219 588 2224,'-135'-17'1431,"132"17"-1264,0 0-1,0-1 0,-1 1 1,1-1-1,0 0 0,0 0 1,0 0-1,0-1 0,0 1 1,1-1-1,-1 1 0,-2-3-166,4 4 44,1-1-1,-1 0 1,0 0-1,1 1 1,-1-1-1,1 0 1,-1 0-1,1 0 1,0 0-1,-1 0 1,1 0-1,0 0 1,-1 0-1,1 0 1,0 0-1,0 0 1,0 0-1,0 0 1,0 0-1,0 0 1,0 1-1,0-1 1,0 0-1,1-1-43,1-3 99,0 0-1,1 1 1,-1-1-1,1 1 1,0-1 0,1 1-1,-1 0 1,1 0-1,2-2-98,-2 2 180,24-25 205,2 2-1,0 1 1,2 1 0,1 2 0,0 1 0,2 1 0,31-12-385,-62 31 7,0 0 1,0 0-1,-1 1 1,1 0 0,0 0-1,0 0 1,0 0-1,0 1 1,1 0 0,-1-1-1,0 1 1,0 1-1,0-1 1,4 1-8,-6 0 0,0 0 1,1 0-1,-1 1 1,0-1-1,0 0 0,0 1 1,0 0-1,0-1 1,0 1-1,0 0 1,0 0-1,0 0 0,-1 0 1,0 0-1,1 1 1,-1-1-1,0 0 1,0 1-1,0-1 0,0 0 1,0 1-1,-1-1 1,1 2-1,9 42 15,-3 0 0,-2 0 0,-1 1 0,-3 8-15,5 50 18,-5-92-80,1 21-476,-2-33 515,0 0 1,-1 0 0,1 0 0,0 0 0,0 0 0,-1 0 0,1 0-1,-1 0 1,1 0 0,-1 0 0,1 0 0,-1 0 0,0 0 0,1 0 0,-1-1-1,0 1 1,0 0 0,1 0 0,-1-1 0,0 1 0,0-1 0,0 1-1,0-1 1,0 1 0,0-1 0,-1 1 22,-12 1-328</inkml:trace>
  <inkml:trace contextRef="#ctx0" brushRef="#br0" timeOffset="312215.756">5195 621 4865,'-30'14'2337,"72"-43"-1057,6-9-240,-3 4-600,-2 2-240,-14 16-200,-5 14-200,-14 11-664,-1 15 592</inkml:trace>
  <inkml:trace contextRef="#ctx0" brushRef="#br0" timeOffset="312543.731">5211 879 4089,'104'21'2240,"-47"-61"-287,3 9-865,-5 9-400,-14 7-136,-4 11-224,-7 3-80,-10 1-80,4 0-120,-8 0-64,-4-2 16,-6 2-344,0-4-240,-3-7 360</inkml:trace>
  <inkml:trace contextRef="#ctx0" brushRef="#br0" timeOffset="312949.916">6224 305 5257,'0'-2'2401,"0"1"-1273,0 1-432,12 19-192,22 82-272,-34-43 24,0 2 8,4 5-24,-2-8-8,-2-8-48,3-6-144,-1-10-16,-2-13 0,1-10-80,6-18-272,3-6-240,13-18 312</inkml:trace>
  <inkml:trace contextRef="#ctx0" brushRef="#br0" timeOffset="313402.3019">6438 420 5169,'45'-4'4862,"19"-13"-3775,-40 10-1223,1 1-1,24-4 137,-2 8 22,-37 2-25,-1 0 0,0 0 0,1-1 0,-1 0 0,0-1 0,0 0 1,0-1-1,2 0 3,-11 2 0,0 1 1,1 0-1,-1 0 1,0-1-1,0 1 1,1 0 0,-1 0-1,0-1 1,0 1-1,1 0 1,-1 0-1,0 0 1,1 0-1,-1 0 1,0-1 0,1 1-1,-1 0 1,0 0-1,1 0 1,-1 0-1,0 0 1,1 0 0,-1 0-1,0 0 1,1 0-1,-1 0 1,0 0-1,1 0 1,-1 0-1,0 1 1,1-1 0,-1 0-1,0 0 1,1 0-1,-1 0 1,0 0-1,1 1 1,-1-1-1,0 0 1,0 0 0,1 1-1,-1-1 1,0 0-1,0 0 1,0 1-1,1-1 1,-1 0 0,0 1-1,0-1 1,0 0-1,-6 23-1,-1-2 4,-10 34 28,3 1 1,3 1-1,0 15-31,11-73-7,0 1 0,0 0 0,1 0 0,-1 0 0,0-1 0,0 1 0,1 0 0,-1 0 0,0 0 0,1 0 0,-1 0 0,0-1 1,1 1-1,-1 0 0,0 0 0,1 0 0,-1 0 0,0 0 0,1 0 0,-1 0 0,0 0 0,1 0 0,-1 0 0,0 0 0,1 0 0,-1 1 0,0-1 1,1 0-1,-1 0 0,0 0 0,0 0 0,1 0 0,-1 1 0,0-1 0,1 0 0,-1 0 0,0 0 0,0 1 0,0-1 0,1 0 0,-1 1 0,0-1 1,0 0-1,0 0 0,0 1 0,1-1 0,-1 0 0,0 1 0,0-1 0,0 0 0,0 1 0,0-1 0,0 0 0,0 1 0,0-1 0,0 0 0,0 1 0,0-1 1,0 0-1,0 1 0,0-1 0,0 0 7,20-24-744,-4-4 416</inkml:trace>
  <inkml:trace contextRef="#ctx0" brushRef="#br0" timeOffset="313808.3669">6997 101 4321,'3'-7'2264,"1"11"-591,1 13-217,-5 24-400,0 19-240,-7 21-279,-5-3-273,10 1-192,1-14-24,6-15-296,7-7-96,1-24-497,3-12-351,3-23 768</inkml:trace>
  <inkml:trace contextRef="#ctx0" brushRef="#br0" timeOffset="313809.3669">7077 401 5649,'-63'-43'2393,"61"50"-1337,2 0-272,11-5-336,4-2-128,6-12-144,4-4-112,3-8-448,-1-5-264,-5 2-1184,-3-2 1120</inkml:trace>
  <inkml:trace contextRef="#ctx0" brushRef="#br0" timeOffset="314136.453">7189 56 3513,'19'-55'2256,"-19"57"-151,0 144-777,1-132-224,1 16-392,-2 9-128,-2-25-343,-5 54-73,-6-12-120,-1 27-8,0-6 16,-1-24-64,6 7-376,4-27-209,3-7-655,8-5 720</inkml:trace>
  <inkml:trace contextRef="#ctx0" brushRef="#br0" timeOffset="315129.539">0 2879 3857,'13'9'712,"1"0"-1,0-1 1,14 6-712,-25-13 79,1 0 0,0 0 0,-1-1 0,1 1 1,-1-1-1,1 0 0,0 0 0,-1 0 0,1-1 0,0 1 0,-1-1 1,1 0-1,-1 0 0,1 0 0,-1 0 0,1 0 0,2-3-79,17-3 686,80-12 899,41-8-673,53-25-645,264-71 702,70-47-969,-19-24 101,125-44-163,624-162 56,-121 87 26,-353 95-45,-538 152 48,2 11 1,4 12 0,45 5-24,-172 23-36,10-8 36,-36 5 142,0 4 0,17 4-142,22 10 970,-142 0-940,1 0-18,0 0-3,0 0-2,0-10-1369,0 8 915</inkml:trace>
  <inkml:trace contextRef="#ctx0" brushRef="#br0" timeOffset="456438.971">5236 1436 2833,'3'-66'1676,"-3"66"-1614,0-1-1,0 1 1,0-1 0,0 1 0,0-1-1,0 0 1,0 1 0,0-1 0,0 1-1,0 0 1,1-1 0,-1 1 0,0-1-1,0 1 1,1-1 0,-1 1 0,0-1-1,0 1 1,1 0 0,-1-1 0,1 1-1,-1 0 1,0-1 0,1 1 0,-1 0-1,1-1 1,-1 1 0,0 0 0,1 0-1,-1 0 1,1-1 0,-1 1-1,1 0 1,-1 0 0,1 0 0,-1 0-1,1 0 1,-1 0 0,1 0 0,-1 0-1,1 0 1,-1 0 0,1 0 0,-1 0-1,1 0 1,-1 1 0,1-1 0,-1 0-1,1 0 1,-1 0 0,1 1 0,0-1-62,22 15 1064,-22-14-771,24 23 100,-1 0 0,-1 1 0,-1 2 0,-1 0 0,12 23-393,0-2 58,-13-21-39,48 70-21,5-3 0,17 10 2,-63-76-31,0-1 0,2-1 0,0-2 0,2-1 0,1-2 1,1-1-1,0-1 0,30 11 31,22 6-6,-81-36-330,-6 0 220</inkml:trace>
  <inkml:trace contextRef="#ctx0" brushRef="#br0" timeOffset="456841.435">6081 1950 4345,'1'-1'77,"-1"1"-1,1-1 1,-1 1-1,1 0 1,-1-1 0,1 1-1,-1-1 1,1 1-1,-1 0 1,1-1 0,0 1-1,-1 0 1,1 0 0,0-1-1,-1 1 1,1 0-1,0 0 1,-1 0 0,1 0-1,0 0 1,-1 0 0,1 0-1,0 0 1,0 0-1,-1 0 1,1 1 0,0-1-1,-1 0 1,1 0-77,7 0 246,-3 0-208,17 0 127,0 1 1,0 1-1,-1 0 0,8 4-165,-23-5 49,0 0 0,0 1 0,0-1 0,0 1 0,-1 1 0,1-1 0,-1 1 0,0 0 0,0 0 0,0 1 0,0 0 0,0 0-1,-1 0 1,0 0 0,1 0 0,-2 1 0,1 0 0,0 0 0,-1 0 0,1 2-49,0 3 190,0 1 0,-1-1 1,0 1-1,-1 0 0,0 0 0,-1 0 0,0 0 0,0 0 0,-1 0 0,-1 1 1,0-1-1,0 0 0,-1 0 0,-1 0 0,0-1 0,0 1 0,-4 6-190,-4 9 177,-2-1 0,-1 0-1,0-1 1,-2-1-1,-1 0 1,-9 8-177,15-16-479,14-12 210</inkml:trace>
  <inkml:trace contextRef="#ctx0" brushRef="#br0" timeOffset="464156.543">6688 1904 5945,'-23'4'937,"19"-3"-628,-1 0-1,1-1 1,-1 1-1,0-1 0,1 0 1,-1 0-1,0 0 1,1-1-1,-5 0-308,6 0 413,0 1 608,8 9-436,1 2-706,28 45 276,-32-54-151,-1 0 1,1 0 0,0 0 0,0 0 0,0 0 0,1 0-1,-1-1 1,0 1 0,1-1 0,-1 0 0,1 1 0,-1-1-1,1 0 1,0 0 0,-1-1 0,1 1 0,0-1 0,-1 1-1,1-1 1,0 0 0,0 0 0,0 0 0,-1 0 0,1-1 0,0 1-1,0-1 1,0 1-5,8-4 2,-1 1 1,0-1-1,0-1 0,0 0 0,8-5-2,-14 8 8,19-12 5,-1 0 1,0-1-1,-1-2 0,-1 0 1,-1-1-1,0-1 0,-1-1 1,-1 0-1,-1-1 0,-1-1 1,-1-1-1,6-14-13,-19 35 0,15-42-12,-16 43 10,0 0 1,0 0-1,0 0 1,0 0 0,1 0-1,-1 0 1,-1 0-1,1 0 1,0 0-1,0 0 1,0 0-1,0 0 1,-1 0-1,1 0 1,0 0 0,-1 0-1,1 0 1,-1 0-1,1 1 1,-1-1-1,0 0 1,1 0-1,-1 0 1,0 1 0,1-1-1,-1 0 1,0 1-1,0-1 1,1 1-1,-1-1 1,0 1-1,0-1 1,0 1 0,0 0-1,0-1 1,0 1-1,0 0 1,0 0-1,0 0 1,0-1-1,0 1 1,0 0-1,0 0 1,0 1 0,0-1 1,-17 2-192,0 1 0,0 1 1,1 1-1,0 1 0,0 0 0,0 1 1,1 1-1,-11 6 192,-39 17-1135,6-10 511</inkml:trace>
  <inkml:trace contextRef="#ctx0" brushRef="#br0" timeOffset="464508.67">7274 1474 4737,'12'17'2112,"4"10"-1039,-2 8 31,-1 19-304,-2 11-80,-1 23-168,2 1-8,-4-7-207,3-10-17,-3-31-136,1-5-120,1-17-192,0-7-336,-8-10-601,-2-2 657</inkml:trace>
  <inkml:trace contextRef="#ctx0" brushRef="#br0" timeOffset="464957.298">7561 1527 5009,'7'-3'308,"1"0"0,-1 1 0,1 0 0,0 0 0,0 1 0,0-1 0,0 2 0,1 0-1,-1 0 1,3 0-308,10-1 183,-1 0-1,0-2 1,0 0 0,0-1-1,-1-1 1,6-3-183,0 0 141,0 2 0,1 1 0,8-1-141,-33 6 5,0 0-1,0 0 0,-1 0 0,1 0 1,0 0-1,0 0 0,0 0 0,-1 0 1,1 0-1,0 0 0,0 0 0,-1 0 1,1 0-1,0 1 0,0-1 0,-1 0 1,1 1-1,0-1 0,-1 1 0,1-1 1,0 1-1,-1-1 0,1 1 0,0-1 0,-1 1 1,1-1-1,-1 1 0,1 0 0,-1-1 1,0 1-1,1 0 0,-1-1 0,0 1 1,1 0-1,-1 0 0,0-1 0,0 1 1,0 0-1,0 0 0,1-1 0,-1 1 1,0 0-1,0 0 0,-1 0 0,1-1 1,0 1-1,0 0-4,-13 46 110,5-25-28,8-18-68,-4 8 77,1 0 1,1 0-1,0 1 0,0-1 1,2 1-1,-1 0 0,2-1 1,0 5-92,-1-15 37,1-1 0,0 1 0,-1 0 1,1 0-1,0-1 0,0 1 0,0-1 1,0 1-1,1-1 0,-1 1 0,0-1 1,0 1-1,1-1 0,-1 0 0,1 0 1,0 0-1,-1 0 0,1 0 0,0 0 1,-1 0-1,1-1 0,0 1 0,0-1 1,0 1-1,-1-1 0,1 1 0,0-1 1,0 0-1,0 0 0,0 0 0,0 0 1,0 0-1,-1-1 0,1 1 0,0-1-37,2 1-21,-1 0-1,1-1 0,-1 0 1,1 0-1,-1 0 0,1 0 1,-1-1-1,0 1 0,0-1 1,0 0-1,0 1 0,0-2 1,0 1-1,0 0 0,-1 0 1,1-1-1,-1 0 0,1 0 22,1-6-486,-1 1-1,0-1 1,0 0 0,-1 0-1,0 0 1,0 0 0,-1-1-1,0 1 1,-1 0-1,-1-8 487,0-7-856</inkml:trace>
  <inkml:trace contextRef="#ctx0" brushRef="#br0" timeOffset="465320.687">8018 1518 3161,'-1'-45'1924,"1"44"-1813,1 1 0,-1-1 0,0 1 0,0-1 0,1 1 0,-1-1 0,0 1 0,1 0 0,-1-1 0,0 1 0,1 0 0,-1-1 0,1 1 0,-1 0 0,0-1 0,1 1 0,-1 0 0,1 0 0,-1 0 0,1-1 0,-1 1 0,1 0 0,-1 0 0,1 0 0,-1 0 0,1 0 0,-1 0 0,1 0 0,-1 0 0,1 0 0,-1 0 0,1 0-111,24 2 835,-16-1-313,-4-2-540,-1 1 0,1-1-1,0-1 1,-1 1 0,1-1-1,-1 1 1,0-1 0,1 0-1,-1-1 1,0 1 0,0-1-1,0 0 1,-1 0 0,1 0 0,-1 0-1,1-1 1,-1 0 0,0 1-1,-1-1 1,1 0 0,-1 0-1,1-1 1,-1 1 0,0 0 0,-1-1-1,1 1 1,-1-1 0,0 0-1,1-2 19,2-9-78,1 0 0,0 1 0,1 0-1,1 0 1,1 0 0,0 1 0,1 0-1,0 1 1,1 0 0,0 0 0,1 1-1,3-1 79,-13 11 24,1 0-1,0 0 1,0 1-1,0-1 0,0 1 1,0-1-1,0 1 1,0 0-1,0 0 0,1 0 1,-1 0-1,0 0 1,1 0-1,-1 1 0,0-1 1,1 1-1,-1-1 1,1 1-1,-1 0 0,1 0 1,0 1-24,-1-1 51,0 1 0,0 0 0,0 0 1,0 0-1,0 0 0,0 1 0,0-1 0,-1 0 1,1 1-1,0 0 0,-1-1 0,0 1 0,1 0 0,-1 0 1,0-1-1,1 1 0,-1 0 0,0 2-51,4 7 203,-1 1-1,0 0 1,-1 0-1,0 0 1,-1 0-1,0 0 0,-1 6-202,0-3-120,-1 0 0,-1 0-1,-1 1 1,0-1 0,-1 0-1,0 0 1,-1-1 0,-1 1-1,0-1 1,-1 0-1,-1 0 1,0-1 0,-1 1-1,0-2 1,-1 1 0,-6 5 120,-28 30-651</inkml:trace>
  <inkml:trace contextRef="#ctx0" brushRef="#br0" timeOffset="465706.476">8028 1953 5449,'9'7'1969,"1"2"-1721,2-1 40,2 6-112,3 5 0,9-4-32,3 1-16,14-9-80,-4-7-40,9-7-704,3-10 504</inkml:trace>
  <inkml:trace contextRef="#ctx0" brushRef="#br0" timeOffset="466062.408">8796 1366 4617,'2'-2'130,"0"0"0,1 0 0,-1 1 1,0-1-1,1 1 0,0 0 0,-1-1 0,1 1 0,0 0 1,-1 1-1,1-1 0,0 0 0,0 1 0,0 0 0,1-1-130,-2 3 108,0 1 0,0-1 0,0 0-1,0 1 1,0-1 0,-1 1 0,1-1-1,-1 1 1,0 0 0,1 0 0,-1-1-1,-1 1 1,1 0 0,0 0 0,0 2-108,9 29 446,5 13 532,20 44-978,-34-89 9,1 1 1,-1-1-1,0 0 1,1 0-1,-1 0 1,1 0-1,-1 0 1,1 0-1,0-1 1,0 1-1,0 0 0,0-1 1,0 1-1,0-1 1,0 0-1,1 0 1,-1 0-1,1 0-9,-2 0 3,1-1 0,-1 0 0,1 0 0,-1 0 1,1 0-1,-1 0 0,1 0 0,-1-1 0,0 1 0,1 0 0,-1-1 0,1 1 0,-1-1 0,0 0 0,1 1 1,-1-1-1,0 0 0,0 0 0,0 1 0,0-1 0,0 0 0,0 0 0,0-1 0,0 1 0,0 0 0,0 0 1,0 0-1,0 0 0,-1-1 0,1 1 0,-1 0 0,1-1 0,0 0-3,0-1-17,0 0 1,0-1-1,0 1 1,0 0-1,-1-1 0,1 1 1,-1-1-1,0 1 0,0-1 1,0 1-1,0-1 1,-1 1-1,1 0 0,-1-1 1,0 1-1,0 0 0,-1-3 17,-32-55-548,28 53 485,0-2 1,0 1-1,1-1 0,0 1 1,1-1-1,-1-5 63,3 9 4,1-1 0,-1 1 0,1-1 1,1 1-1,-1-1 0,1 1 0,0-1 0,1-3-4,-1 8 6,1 0 1,-1 0-1,1 0 0,0 0 0,0 0 1,0 1-1,0-1 0,0 0 1,0 0-1,0 1 0,1-1 1,-1 0-1,0 1 0,1 0 1,0-1-1,-1 1 0,1 0 0,0 0 1,-1-1-1,1 1 0,0 1 1,0-1-1,0 0 0,0 0 1,0 1-1,0-1 0,0 1 1,1 0-7,15-4 72,1 1 1,0 1-1,1 0 1,-1 2-1,0 0 1,0 1 0,12 3-73,-29-4 8,1 1 0,0 0 0,-1 0 0,1 0 0,-1 0 0,0 1 0,1-1 0,-1 1 0,0-1 0,0 1 0,0 0 0,0 0 1,0 0-1,0 0 0,0 0 0,-1 0 0,1 0 0,-1 1 0,0-1 0,0 1 0,1-1 0,-2 1 0,1-1 0,0 1 0,0-1 0,-1 1 0,1 0 1,-1 0-1,0-1 0,0 1-8,1 9 14,-1-1 0,-1 0 0,0 0 0,0 0 0,-1 0 0,-2 8-14,1-7 20,0 0-1,-1-1 0,-1 0 0,1 1 1,-2-1-1,0-1 0,-5 9-19,8-15 12,0 0-1,-1-1 1,1 1 0,-1-1 0,1 1-1,-1-1 1,0 0 0,0-1 0,0 1-1,-1-1 1,1 0 0,0 0 0,-1 0-1,0 0 1,1-1 0,-1 0 0,0 0-1,0 0 1,0-1 0,-2 1-12,-19-2-79</inkml:trace>
  <inkml:trace contextRef="#ctx0" brushRef="#br0" timeOffset="467507.893">9351 1018 5193,'-50'86'2315,"49"-83"-2175,0-1 0,0 0 0,0 0 0,0 0-1,0 0 1,0 1 0,1-1 0,-1 0 0,1 1 0,0-1 0,-1 0-1,1 1 1,0-1 0,1 0 0,-1 1 0,0-1 0,1 0-1,-1 1 1,1-1 0,0 0 0,-1 0 0,1 1 0,0-1-1,0 0 1,2 1-140,1 6 257,16 66 575,11 35 378,16 32-1210,-38-127-1089,-8-15 1002,-1 0 0,1 0 0,-1 0 0,1 0 0,-1 0 0,1 0 0,0-1 0,-1 1 0,1 0 0,-1 0 0,1 0 0,-1-1 0,1 1 0,-1 0 0,1-1 0,-1 1 0,1 0 0,-1-1 0,1 1 0,-1 0 0,0-1 0,1 1 0,-1-1 0,0 1 0,1-1 0,-1 1 0,0-1 87,9-12-727</inkml:trace>
  <inkml:trace contextRef="#ctx0" brushRef="#br0" timeOffset="467855.102">9420 1251 4177,'0'-9'2480,"1"4"-135,4 4-1001,-5-1-616,0 0-256,0 0-336,0 1-192,0-1-400,2 0-224,20-13-792,52-42 936</inkml:trace>
  <inkml:trace contextRef="#ctx0" brushRef="#br0" timeOffset="467856.102">9591 1073 3921,'87'-127'2144,"-90"125"-335,-6 11-361,-4 23-400,-5 8-256,-6 18-424,0 4-111,9-9-161,1 2-8,13-24-112,6-2-265,12-16-399,5-14-464,6-16 672</inkml:trace>
  <inkml:trace contextRef="#ctx0" brushRef="#br0" timeOffset="468198.781">9797 1081 5561,'3'-8'2705,"4"4"-929,0 1-440,0 1-495,3 1-241,-15 1-424,-6 3-40,8 11-552,-9 3-424,-5 15 543</inkml:trace>
  <inkml:trace contextRef="#ctx0" brushRef="#br0" timeOffset="468199.781">9737 1308 6057,'6'118'2609,"17"-120"-1353,-4-5-112,17-7-191,-2-3-145,-7 4-368,2-3-96,-15 9-248,-2 2-48,-3 2-8,-3 3-88,1-4-312,-2-1-376,1-10-681,6-6 857</inkml:trace>
  <inkml:trace contextRef="#ctx0" brushRef="#br0" timeOffset="468559.371">10047 828 3977,'-34'-2'1034,"34"2"-989,-1 0-1,0 0 1,1 0 0,-1-1-1,1 1 1,-1 0 0,1 0 0,-1 0-1,1 0 1,-1-1 0,1 1 0,-1 0-1,1 0 1,-1-1 0,1 1 0,0 0-1,-1-1 1,1 1 0,-1 0-1,1-1 1,0 1 0,-1-1 0,1 1-1,0-1 1,-1 1 0,1-1-45,2-2 133,-1-1 0,1 1 0,0 0 0,0 0 0,0 0-1,0 0 1,1 0 0,-1 0 0,1 1 0,0-1 0,-1 1 0,1 0 0,0 0 0,1 0-133,-2 0 73,40-30 694,-40 30-723,0 0 0,1 0 0,-1 1 0,1 0 0,0-1 0,-1 1 0,1 0-1,0 0 1,0 1 0,0-1 0,0 0 0,-1 1 0,1 0 0,0 0 0,2 0-44,-4 0 32,0 1-1,0-1 1,0 1-1,0 0 1,0-1-1,0 1 0,0 0 1,0 0-1,0 0 1,0 0-1,0 0 1,-1 0-1,1 0 1,0 0-1,-1 0 1,1 0-1,-1 0 1,1 1-1,-1-1 1,1 0-1,-1 0 1,0 1-32,7 32 461,-5-22-285,14 77 584,-2-14-407,2 0 1,16 36-354,-31-107-58,0-2-55,0 1 0,0-1 1,0 1-1,0 0 0,0 0 0,0-1 0,-1 1 0,0 0 0,1 0 0,-1 0 1,0-1-1,0 1 0,-1 0 0,1 0 0,-1 0 0,1-1 0,-1 2 113,-7 1-616</inkml:trace>
  <inkml:trace contextRef="#ctx0" brushRef="#br0" timeOffset="468917.15">10062 1078 5145,'-36'-48'2209,"57"21"-1289,-4 6-448,-7-1-272,-3 18-240,-4 3-408,1 2 312</inkml:trace>
  <inkml:trace contextRef="#ctx0" brushRef="#br0" timeOffset="469354.5479">10112 1381 6001,'-58'14'2633,"78"-33"-1417,18-12-432,5-5-136,6-12-183,6 2-113,3 0-160,-5 1-40,-8 19-112,-6 4-40,-13 10-232,-10 5-288,-6-1 1720,-5-11-1064</inkml:trace>
  <inkml:trace contextRef="#ctx0" brushRef="#br0" timeOffset="469980.353">10430 788 2144,'-1'-3'204,"1"-1"0,-1 1 0,0-1 0,1 0 0,0 1 0,0-1-1,0 0 1,0 1 0,1-1 0,-1 0 0,1 1 0,0-1 0,0 0-1,0 1 1,0 0 0,1-1 0,1-2-204,-1 1 354,0 2-223,0 1 0,1-1 0,-1 0 0,0 1 0,1 0 0,-1-1 0,1 1 0,0 0 1,-1 0-1,1 1 0,0-1 0,0 1 0,0-1 0,1 1 0,-1 0 0,0 0 0,0 0 0,1 1 0,-1-1 0,0 1 0,1 0 0,-1-1 1,1 2-1,2-1-131,34-6 285,-20-3-197,-1-1-1,1-1 1,14-10-88,-22 12 137,1 0-1,0 1 1,1 1 0,0 0 0,0 1 0,1 0-1,-1 2 1,1-1 0,2 1-137,-16 4 10,0 0-1,1 1 1,-1-1-1,0 0 1,0 0-1,0 1 1,0-1-1,1 1 1,-1-1-1,0 1 1,0-1-1,0 1 1,0 0-1,0-1 1,0 1-1,0 0 1,-1 0-1,1 0 1,0-1-1,0 1 1,-1 0-1,1 0 1,0 0-1,-1 0 1,1 1 0,-1-1-1,1 0 1,-1 0-10,14 41 288,-9-25-200,6 19 200,-2 0 0,1 10-288,-4-13 114,2-1-1,1 0 0,4 6-113,-9-23-229,3 7 698,-5-20-2286,0-13-2774,-1-19 3400</inkml:trace>
  <inkml:trace contextRef="#ctx0" brushRef="#br0" timeOffset="470308.428">11016 492 4449,'7'3'2248,"0"9"-823,2 26-489,-2 13-232,-2 15-232,-2 7-72,-1-4-176,5-4-56,3-14-136,0-11-112,1-18-184,-3-12-160,-3-11-296,2-5-176,-2-9 560</inkml:trace>
  <inkml:trace contextRef="#ctx0" brushRef="#br0" timeOffset="470652.09">11118 860 2977,'6'-101'1544,"15"101"-256,13-5-272,23-3-167,6-8-257,1-6-344,-4-4-136,-19-6-184,0 1-152,0 5 144</inkml:trace>
  <inkml:trace contextRef="#ctx0" brushRef="#br0" timeOffset="471598.246">9781 2130 4609,'10'-6'843,"12"-9"-37,-22 9 1133,-13 4 2395,8 42-3527,4 144 1473,9 21-2280,-7-166-1232,-1-38-1218,0-2 1444</inkml:trace>
  <inkml:trace contextRef="#ctx0" brushRef="#br0" timeOffset="471926.294">9925 2317 4441,'3'-2'174,"0"0"0,0 1-1,1-1 1,-1 1 0,0 0 0,1 0-1,-1 0 1,1 1 0,-1-1 0,2 1-174,-4 1 93,0-1 0,0 1 1,0 0-1,0 0 0,0 0 0,-1 0 1,1 0-1,0 0 0,0 1 1,-1-1-1,1 0 0,-1 0 0,1 0 1,-1 1-1,0-1 0,1 0 0,-1 0 1,0 1-1,0-1 0,0 1-93,5 17 641,-4-17-580,-1 0 0,1 0 1,-1 0-1,1 0 0,0-1 1,-1 1-1,1 0 0,0-1 1,0 1-1,0-1 0,1 1 1,-1-1-1,0 1 0,0-1 1,1 0-1,-1 1 0,1-1 1,-1 0-1,1 0 0,0 0 1,-1 0-1,1 0 0,0-1 1,0 1-1,-1-1 0,1 1 1,1 0-62,0-1 65,-1 0 0,1-1 0,0 1 1,-1 0-1,1-1 0,-1 0 0,1 1 0,0-1 1,-1 0-1,0 0 0,1-1 0,-1 1 0,0 0 1,0-1-1,1 1 0,-1-1 0,1-1-65,-1 2 21,0-1-1,-1 1 0,1-1 0,0 1 0,-1-1 0,1 1 1,-1-1-1,1 0 0,-1 0 0,0 0 0,0 0 1,0 0-1,0 0 0,0 0 0,0 0 0,-1-1 0,1 1 1,-1 0-1,1 0 0,-1 0 0,0-1 0,0 1 0,0 0 1,0-1-1,0 1 0,-1 0 0,1 0 0,-1-1 1,1 1-1,-1 0 0,0 0 0,0 0 0,0 0 0,0 0 1,0 0-1,0 0 0,0 0 0,-1 0 0,1 1 0,-1-1 1,0 0-1,1 1 0,-1-1 0,0 1 0,-1-1-20,-4-1-205,0 0-1,-1 1 1,1-1-1,0 2 1,-1-1-1,1 1 1,-1 0-1,1 0 1,-6 1 205,12-1-538</inkml:trace>
  <inkml:trace contextRef="#ctx0" brushRef="#br0" timeOffset="472254.34">10149 2152 3201,'28'-14'786,"11"-6"-253,-25 16 3414,-17 10-3707,0 1-1,1 0 0,0 0 1,0 1-1,0-1 1,1 0-1,0 1 1,0-1-1,1 0 0,0 1 1,1-1-1,-1 1 1,1-1-1,1 3-239,-2-8 37,1 0-1,-1 0 1,0 0 0,1 0-1,-1 0 1,1 0-1,0 0 1,0 0 0,0 0-1,0 0 1,0 0-1,0-1 1,0 1 0,0 0-1,1-1 1,-1 1-1,1-1 1,-1 1 0,1-1-1,0 0 1,0 0 0,-1 0-1,1 0 1,0 0-1,0 0 1,0 0 0,0 0-1,0-1 1,0 1-1,0-1 1,0 0 0,0 1-1,0-1 1,0 0-1,1 0 1,-1 0 0,0-1-1,0 1 1,0 0 0,0-1-1,0 0 1,0 1-1,0-1 1,0 0 0,0 0-1,-1 0 1,1 0-1,0 0 1,0 0 0,0-2-37,8-3 54,0 0 1,-1-1 0,0-1-1,0 1 1,-1-2 0,0 1-1,-1-1 1,0 0 0,0-1-1,-1 1 1,0-1 0,0-1-1,-1 1 1,-1-1 0,2-5-55,-6 14 0,1 0 0,-1 0 1,1 1-1,-1-1 0,0 0 1,0 0-1,0 0 0,0 0 1,0 0-1,0 0 0,-1 0 1,1 0-1,-1 1 0,1-1 1,-1 0-1,1 0 0,-1 1 1,0-1-1,0 0 0,0 1 1,0-1-1,0 0 0,-1 1 1,1 0-1,-2-2-8,0 1 0,0 0 0,0 0 0,0 1 0,0-1 0,0 1 0,0-1 0,-1 1 0,1 0 1,0 0-1,-1 1 0,-2-1 8,-5-1-217,-1 2-1,1-1 1,-1 2 0,1-1 0,-1 1 0,1 1 0,-10 3 217,-8 4-1082,10-3 471</inkml:trace>
  <inkml:trace contextRef="#ctx0" brushRef="#br0" timeOffset="472792.673">10430 1847 6329,'40'-4'926,"-27"3"-267,0 0 1,0 0-1,-1 1 0,1 1 1,3 0-660,-4-2 269,1 0 1,-1-1-1,0-1 1,0 0-1,0-1 1,0 0-1,0-1 1,-1 0-1,6-4-269,9-3 399,24-11 87,-22 9-306,0 2-1,1 1 0,23-6-179,-50 17 10,0-1-1,0 1 1,0 0-1,0-1 1,0 1-1,0 0 1,0 1-1,0-1 1,0 0-1,0 0 0,0 1 1,0-1-1,0 1 1,0 0-1,0 0 1,0-1-1,-1 1 1,1 0-1,0 1 1,0-1-1,-1 0 0,1 1-9,1 1 30,0 0-1,0 1 1,0-1-1,-1 1 1,0 0-1,0 0 1,0 0-1,0 0 1,0 0-1,0 3-29,1 7 77,1 0-1,-2 1 1,0 0-1,-1-1 1,0 1-1,-1 0-76,-2 20 188,-2-1 0,-7 26-188,6-35 36,0 0 0,2 1-1,1-1 1,1 0 0,2 21-36,-2-96-4085,14-20 3269,-5 39-167,3-13 424</inkml:trace>
  <inkml:trace contextRef="#ctx0" brushRef="#br0" timeOffset="473333.708">11061 1643 5585,'-2'25'3886,"8"16"-2430,-1-8-763,6 67 748,-4-49-2157,0 50 716,-2-134-2890,11-17 2752,-8 22 50,-4-11 322,-1 25 836,20-13-758,24-28-295,-45 53-6,-1 1 0,1 0 0,-1-1 0,0 1 0,1-1 0,-1 0 0,0 1-1,0-1 1,0 0 0,-1 0 0,1 0 0,0 1 0,-1-1 0,1 0 0,-1 0 0,1 0-1,-1 0 1,0 0 0,0 0 0,0 0 0,0 0 0,0 0 0,0 0 0,-1 0 0,1 0-1,-1 0 1,1 0 0,-1 1 0,0-1 0,0 0 0,0 0 0,0 1 0,0-1 0,0 0-11,0 1 255,1 1 160,0 0 34,2 3 12,6 11-384,-1 0-1,-1 1 0,0 0 0,0 0 1,-2 0-1,0 1 0,-1 0 0,0 0 0,-1-1 1,-1 1-1,-1 0 0,0 1 0,-1-1-76,-2 38 60,-1 1-51,2 0 0,4 18-9,-2-72-65,0 1 0,0-1 0,0 0 0,0 0 0,1 0 0,-1 1 0,0-1 0,1 0 0,-1 0 0,1 0 0,0 0 0,-1 0 0,1 0 0,0 0 0,-1 0 0,1 0 0,0 0 0,0 0 0,0 0 0,0 0 0,0-1 0,0 1 0,0 0 0,0-1 0,0 1 0,0-1 0,0 1 0,0-1 0,1 0 0,-1 1 0,0-1 0,0 0 0,0 0 0,1 0 0,-1 0 0,0 0 0,0 0 0,1 0 0,-1 0 0,0 0 0,0-1 0,0 1 0,1 0 0,-1-1 0,0 1 0,0-1 0,0 1 0,0-1 0,0 0 0,0 1 0,0-1 0,0 0 0,1-1 65,-2-1-451</inkml:trace>
  <inkml:trace contextRef="#ctx0" brushRef="#br0" timeOffset="475248.741">7107 3088 4497,'-45'97'1944,"44"-95"-1807,-1 1-1,1 0 0,0-1 1,0 1-1,1 0 0,-1 0 1,1 1-1,-1-1 0,1 0 1,0 0-1,0-1 0,0 1 1,0 0-1,1 1-136,-1-3 49,1 1-1,-1-1 1,1 1 0,0-1-1,-1 1 1,1-1 0,0 0-1,0 0 1,0 1 0,0-1-1,0 0 1,0 0-1,0 0 1,1 0 0,-1 0-1,0 0 1,1 0 0,0 0-49,3 1 99,0 0 0,0-1 0,0 0 0,1 1 0,-1-1 0,1-1 0,-1 1 0,1-1 0,4-1-99,219-17 1049,-87 4-967,297-34 13,176-49-95,425-120-131,-956 199 117,440-95-45,559-129 22,-34 24-661,-1009 209 59,-23 2 252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>
                <a:latin typeface="굴림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1033717D-C362-4A2D-AC7A-18C6CBFE1D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10463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0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3175"/>
            <a:ext cx="914558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4"/>
          <p:cNvSpPr>
            <a:spLocks/>
          </p:cNvSpPr>
          <p:nvPr userDrawn="1"/>
        </p:nvSpPr>
        <p:spPr bwMode="auto">
          <a:xfrm>
            <a:off x="468313" y="620713"/>
            <a:ext cx="8351837" cy="5472112"/>
          </a:xfrm>
          <a:custGeom>
            <a:avLst/>
            <a:gdLst>
              <a:gd name="T0" fmla="*/ 2147483646 w 5261"/>
              <a:gd name="T1" fmla="*/ 0 h 3447"/>
              <a:gd name="T2" fmla="*/ 2147483646 w 5261"/>
              <a:gd name="T3" fmla="*/ 0 h 3447"/>
              <a:gd name="T4" fmla="*/ 2147483646 w 5261"/>
              <a:gd name="T5" fmla="*/ 2147483646 h 3447"/>
              <a:gd name="T6" fmla="*/ 0 w 5261"/>
              <a:gd name="T7" fmla="*/ 2147483646 h 3447"/>
              <a:gd name="T8" fmla="*/ 0 w 5261"/>
              <a:gd name="T9" fmla="*/ 2147483646 h 34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261" h="3447">
                <a:moveTo>
                  <a:pt x="635" y="0"/>
                </a:moveTo>
                <a:lnTo>
                  <a:pt x="5261" y="0"/>
                </a:lnTo>
                <a:lnTo>
                  <a:pt x="5261" y="3447"/>
                </a:lnTo>
                <a:lnTo>
                  <a:pt x="0" y="3447"/>
                </a:lnTo>
                <a:lnTo>
                  <a:pt x="0" y="408"/>
                </a:lnTo>
              </a:path>
            </a:pathLst>
          </a:custGeom>
          <a:noFill/>
          <a:ln w="28575" cap="flat" cmpd="sng">
            <a:solidFill>
              <a:srgbClr val="0066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ko-KR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3348038" y="623728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FA8146-5B22-4CEA-96FE-521A1419D3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549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A2451-F8F1-4CC2-8312-4202A62CA07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2440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63346-BA58-4812-9061-242C4E1F04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8106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268413"/>
            <a:ext cx="3810000" cy="4827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3810000" cy="4827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7225C-1F37-4329-9894-181BCA19A5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826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DC36F3-23D6-4587-8DBF-0AEAF0C3F2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6074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D4FA6-666C-45B3-9B85-1F952C01C3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7436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B8E16-43FE-4BC4-B9F1-C69C6E864C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88997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A61F54-CB8B-4165-8F3F-7EC875BC3F2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6101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C1FA7D-A75C-4D1C-ADE3-B4173860BE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122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B707C-6014-481B-8756-6AA4C14684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667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D4614-9B88-40FC-954B-7B77118FA0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42777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515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685800" y="1268413"/>
            <a:ext cx="3810000" cy="48275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3810000" cy="48275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603F8B-FB05-49AD-BD69-1F2833B075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24889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04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Line 7"/>
          <p:cNvSpPr>
            <a:spLocks noChangeShapeType="1"/>
          </p:cNvSpPr>
          <p:nvPr/>
        </p:nvSpPr>
        <p:spPr bwMode="auto">
          <a:xfrm>
            <a:off x="684213" y="1196975"/>
            <a:ext cx="7772400" cy="0"/>
          </a:xfrm>
          <a:prstGeom prst="line">
            <a:avLst/>
          </a:prstGeom>
          <a:noFill/>
          <a:ln w="28575">
            <a:solidFill>
              <a:srgbClr val="0066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8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04075" y="638175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EFDA35F-CD62-4F78-B77D-DEAB2B0AFF5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  <p:sldLayoutId id="2147484144" r:id="rId12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Tahoma" pitchFamily="34" charset="0"/>
          <a:ea typeface="새굴림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•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»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66CC"/>
        </a:buClr>
        <a:buChar char="­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­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­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­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­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3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8.png"/><Relationship Id="rId21" Type="http://schemas.openxmlformats.org/officeDocument/2006/relationships/image" Target="../media/image27.png"/><Relationship Id="rId7" Type="http://schemas.openxmlformats.org/officeDocument/2006/relationships/image" Target="../media/image20.png"/><Relationship Id="rId12" Type="http://schemas.openxmlformats.org/officeDocument/2006/relationships/customXml" Target="../ink/ink6.xml"/><Relationship Id="rId17" Type="http://schemas.openxmlformats.org/officeDocument/2006/relationships/image" Target="../media/image25.png"/><Relationship Id="rId25" Type="http://schemas.openxmlformats.org/officeDocument/2006/relationships/image" Target="../media/image2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22.png"/><Relationship Id="rId24" Type="http://schemas.openxmlformats.org/officeDocument/2006/relationships/customXml" Target="../ink/ink12.xml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23" Type="http://schemas.openxmlformats.org/officeDocument/2006/relationships/image" Target="../media/image28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26.png"/><Relationship Id="rId31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2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30.png"/><Relationship Id="rId30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tif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Convolutional Neural Networks</a:t>
            </a:r>
            <a:endParaRPr lang="ko-KR" altLang="en-US" dirty="0"/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ko-KR" sz="1800"/>
          </a:p>
        </p:txBody>
      </p:sp>
    </p:spTree>
    <p:extLst>
      <p:ext uri="{BB962C8B-B14F-4D97-AF65-F5344CB8AC3E}">
        <p14:creationId xmlns:p14="http://schemas.microsoft.com/office/powerpoint/2010/main" val="188541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lang="ko-KR" altLang="en-US" dirty="0"/>
          </a:p>
        </p:txBody>
      </p:sp>
      <p:sp>
        <p:nvSpPr>
          <p:cNvPr id="26626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ko-KR" dirty="0"/>
              <a:t>Reduction of Model Complexity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Partially connected &amp; shared weights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Convolutional Neural Network (CNN)</a:t>
            </a:r>
          </a:p>
          <a:p>
            <a:pPr lvl="1">
              <a:lnSpc>
                <a:spcPct val="110000"/>
              </a:lnSpc>
            </a:pPr>
            <a:r>
              <a:rPr lang="en-US" altLang="ko-KR" dirty="0"/>
              <a:t>Specialized to sequential data</a:t>
            </a:r>
            <a:r>
              <a:rPr lang="ko-KR" altLang="en-US" dirty="0"/>
              <a:t> </a:t>
            </a:r>
            <a:endParaRPr lang="en-US" altLang="ko-KR" dirty="0"/>
          </a:p>
          <a:p>
            <a:pPr lvl="2">
              <a:lnSpc>
                <a:spcPct val="110000"/>
              </a:lnSpc>
            </a:pPr>
            <a:r>
              <a:rPr lang="en-US" altLang="ko-KR" dirty="0"/>
              <a:t>Images, Speech, Text</a:t>
            </a: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BF0D0D-ECFC-4DF3-93E8-32A4B640CAD8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6628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3659188"/>
            <a:ext cx="2801938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694113"/>
            <a:ext cx="2801937" cy="247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083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Image Classification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X, O Classification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TextBox 13"/>
          <p:cNvSpPr txBox="1"/>
          <p:nvPr/>
        </p:nvSpPr>
        <p:spPr>
          <a:xfrm>
            <a:off x="6310797" y="2850413"/>
            <a:ext cx="2028440" cy="9048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rgbClr val="002060"/>
                </a:solidFill>
              </a:rPr>
              <a:t>X </a:t>
            </a:r>
            <a:r>
              <a:rPr lang="en-US" sz="2400" dirty="0">
                <a:solidFill>
                  <a:srgbClr val="002060"/>
                </a:solidFill>
              </a:rPr>
              <a:t>or</a:t>
            </a:r>
            <a:r>
              <a:rPr lang="en-US" sz="4400" b="1" dirty="0">
                <a:solidFill>
                  <a:srgbClr val="002060"/>
                </a:solidFill>
              </a:rPr>
              <a:t> O</a:t>
            </a:r>
          </a:p>
        </p:txBody>
      </p:sp>
      <p:sp>
        <p:nvSpPr>
          <p:cNvPr id="6" name="Rectangle 14"/>
          <p:cNvSpPr/>
          <p:nvPr/>
        </p:nvSpPr>
        <p:spPr bwMode="auto">
          <a:xfrm>
            <a:off x="3059832" y="2708920"/>
            <a:ext cx="2515768" cy="1236250"/>
          </a:xfrm>
          <a:prstGeom prst="rect">
            <a:avLst/>
          </a:prstGeom>
          <a:solidFill>
            <a:srgbClr val="FFFFFF"/>
          </a:solidFill>
          <a:ln w="762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rgbClr val="00188F"/>
                </a:solidFill>
              </a:rPr>
              <a:t>Classifier</a:t>
            </a:r>
          </a:p>
        </p:txBody>
      </p:sp>
      <p:cxnSp>
        <p:nvCxnSpPr>
          <p:cNvPr id="7" name="Straight Arrow Connector 16"/>
          <p:cNvCxnSpPr/>
          <p:nvPr/>
        </p:nvCxnSpPr>
        <p:spPr>
          <a:xfrm>
            <a:off x="2331821" y="3327045"/>
            <a:ext cx="728010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7"/>
          <p:cNvCxnSpPr/>
          <p:nvPr/>
        </p:nvCxnSpPr>
        <p:spPr>
          <a:xfrm>
            <a:off x="5575600" y="3327045"/>
            <a:ext cx="728010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590" y="2833032"/>
            <a:ext cx="1112795" cy="988026"/>
          </a:xfrm>
          <a:prstGeom prst="rect">
            <a:avLst/>
          </a:prstGeom>
        </p:spPr>
      </p:pic>
      <p:sp>
        <p:nvSpPr>
          <p:cNvPr id="10" name="TextBox 23"/>
          <p:cNvSpPr txBox="1"/>
          <p:nvPr/>
        </p:nvSpPr>
        <p:spPr>
          <a:xfrm>
            <a:off x="582591" y="4088045"/>
            <a:ext cx="2536592" cy="926407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02060"/>
                </a:solidFill>
              </a:rPr>
              <a:t>A two-dimensional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rgbClr val="002060"/>
                </a:solidFill>
              </a:rPr>
              <a:t>array of pixels</a:t>
            </a:r>
          </a:p>
        </p:txBody>
      </p:sp>
    </p:spTree>
    <p:extLst>
      <p:ext uri="{BB962C8B-B14F-4D97-AF65-F5344CB8AC3E}">
        <p14:creationId xmlns:p14="http://schemas.microsoft.com/office/powerpoint/2010/main" val="40020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Classification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5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287" y="2584139"/>
            <a:ext cx="957101" cy="878268"/>
          </a:xfrm>
          <a:prstGeom prst="rect">
            <a:avLst/>
          </a:prstGeom>
        </p:spPr>
      </p:pic>
      <p:pic>
        <p:nvPicPr>
          <p:cNvPr id="6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5292" y="2586219"/>
            <a:ext cx="957101" cy="878268"/>
          </a:xfrm>
          <a:prstGeom prst="rect">
            <a:avLst/>
          </a:prstGeom>
        </p:spPr>
      </p:pic>
      <p:pic>
        <p:nvPicPr>
          <p:cNvPr id="7" name="Pictur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790" y="2584139"/>
            <a:ext cx="957101" cy="878268"/>
          </a:xfrm>
          <a:prstGeom prst="rect">
            <a:avLst/>
          </a:prstGeom>
        </p:spPr>
      </p:pic>
      <p:sp>
        <p:nvSpPr>
          <p:cNvPr id="8" name="Rectangle 4"/>
          <p:cNvSpPr/>
          <p:nvPr/>
        </p:nvSpPr>
        <p:spPr bwMode="auto">
          <a:xfrm>
            <a:off x="6175342" y="2484238"/>
            <a:ext cx="1508438" cy="1056510"/>
          </a:xfrm>
          <a:prstGeom prst="rect">
            <a:avLst/>
          </a:prstGeom>
          <a:solidFill>
            <a:srgbClr val="FFFFFF"/>
          </a:solidFill>
          <a:ln w="762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188F"/>
                </a:solidFill>
              </a:rPr>
              <a:t>Classifier</a:t>
            </a:r>
          </a:p>
        </p:txBody>
      </p:sp>
      <p:cxnSp>
        <p:nvCxnSpPr>
          <p:cNvPr id="9" name="Straight Arrow Connector 11"/>
          <p:cNvCxnSpPr/>
          <p:nvPr/>
        </p:nvCxnSpPr>
        <p:spPr>
          <a:xfrm flipV="1">
            <a:off x="5696707" y="3012493"/>
            <a:ext cx="478635" cy="21204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2"/>
          <p:cNvCxnSpPr/>
          <p:nvPr/>
        </p:nvCxnSpPr>
        <p:spPr>
          <a:xfrm>
            <a:off x="7705515" y="2973972"/>
            <a:ext cx="493138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3"/>
          <p:cNvSpPr txBox="1"/>
          <p:nvPr/>
        </p:nvSpPr>
        <p:spPr>
          <a:xfrm>
            <a:off x="8065555" y="2576161"/>
            <a:ext cx="778098" cy="9048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rgbClr val="002060"/>
                </a:solidFill>
              </a:rPr>
              <a:t>X</a:t>
            </a:r>
          </a:p>
        </p:txBody>
      </p:sp>
      <p:cxnSp>
        <p:nvCxnSpPr>
          <p:cNvPr id="13" name="Straight Arrow Connector 16"/>
          <p:cNvCxnSpPr/>
          <p:nvPr/>
        </p:nvCxnSpPr>
        <p:spPr>
          <a:xfrm>
            <a:off x="5696707" y="4881874"/>
            <a:ext cx="478635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7"/>
          <p:cNvCxnSpPr/>
          <p:nvPr/>
        </p:nvCxnSpPr>
        <p:spPr>
          <a:xfrm>
            <a:off x="7712664" y="4822150"/>
            <a:ext cx="493138" cy="0"/>
          </a:xfrm>
          <a:prstGeom prst="straightConnector1">
            <a:avLst/>
          </a:prstGeom>
          <a:ln w="762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8"/>
          <p:cNvSpPr txBox="1"/>
          <p:nvPr/>
        </p:nvSpPr>
        <p:spPr>
          <a:xfrm>
            <a:off x="8072704" y="4422544"/>
            <a:ext cx="819776" cy="9048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rgbClr val="002060"/>
                </a:solidFill>
              </a:rPr>
              <a:t>O</a:t>
            </a:r>
          </a:p>
        </p:txBody>
      </p:sp>
      <p:sp>
        <p:nvSpPr>
          <p:cNvPr id="16" name="TextBox 21"/>
          <p:cNvSpPr txBox="1"/>
          <p:nvPr/>
        </p:nvSpPr>
        <p:spPr>
          <a:xfrm>
            <a:off x="377871" y="1985505"/>
            <a:ext cx="1086238" cy="3752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translation</a:t>
            </a:r>
          </a:p>
        </p:txBody>
      </p:sp>
      <p:sp>
        <p:nvSpPr>
          <p:cNvPr id="17" name="TextBox 22"/>
          <p:cNvSpPr txBox="1"/>
          <p:nvPr/>
        </p:nvSpPr>
        <p:spPr>
          <a:xfrm>
            <a:off x="2713253" y="3762112"/>
            <a:ext cx="795361" cy="3752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scaling</a:t>
            </a:r>
          </a:p>
        </p:txBody>
      </p:sp>
      <p:sp>
        <p:nvSpPr>
          <p:cNvPr id="18" name="TextBox 23"/>
          <p:cNvSpPr txBox="1"/>
          <p:nvPr/>
        </p:nvSpPr>
        <p:spPr>
          <a:xfrm>
            <a:off x="4781252" y="3758893"/>
            <a:ext cx="785591" cy="3752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weight</a:t>
            </a:r>
          </a:p>
        </p:txBody>
      </p:sp>
      <p:sp>
        <p:nvSpPr>
          <p:cNvPr id="19" name="TextBox 24"/>
          <p:cNvSpPr txBox="1"/>
          <p:nvPr/>
        </p:nvSpPr>
        <p:spPr>
          <a:xfrm>
            <a:off x="3685622" y="3749998"/>
            <a:ext cx="878494" cy="3752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rotation</a:t>
            </a:r>
          </a:p>
        </p:txBody>
      </p:sp>
      <p:pic>
        <p:nvPicPr>
          <p:cNvPr id="20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785" y="2584139"/>
            <a:ext cx="957101" cy="878268"/>
          </a:xfrm>
          <a:prstGeom prst="rect">
            <a:avLst/>
          </a:prstGeom>
        </p:spPr>
      </p:pic>
      <p:pic>
        <p:nvPicPr>
          <p:cNvPr id="21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1912" y="4432317"/>
            <a:ext cx="957101" cy="878268"/>
          </a:xfrm>
          <a:prstGeom prst="rect">
            <a:avLst/>
          </a:prstGeom>
        </p:spPr>
      </p:pic>
      <p:pic>
        <p:nvPicPr>
          <p:cNvPr id="2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287" y="4432317"/>
            <a:ext cx="957101" cy="878268"/>
          </a:xfrm>
          <a:prstGeom prst="rect">
            <a:avLst/>
          </a:prstGeom>
        </p:spPr>
      </p:pic>
      <p:pic>
        <p:nvPicPr>
          <p:cNvPr id="23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5292" y="4432317"/>
            <a:ext cx="957101" cy="878268"/>
          </a:xfrm>
          <a:prstGeom prst="rect">
            <a:avLst/>
          </a:prstGeom>
        </p:spPr>
      </p:pic>
      <p:pic>
        <p:nvPicPr>
          <p:cNvPr id="24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9790" y="4432317"/>
            <a:ext cx="957101" cy="878268"/>
          </a:xfrm>
          <a:prstGeom prst="rect">
            <a:avLst/>
          </a:prstGeom>
        </p:spPr>
      </p:pic>
      <p:pic>
        <p:nvPicPr>
          <p:cNvPr id="26" name="Picture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572" y="4440216"/>
            <a:ext cx="911087" cy="883316"/>
          </a:xfrm>
          <a:prstGeom prst="rect">
            <a:avLst/>
          </a:prstGeom>
        </p:spPr>
      </p:pic>
      <p:pic>
        <p:nvPicPr>
          <p:cNvPr id="27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295" y="2584139"/>
            <a:ext cx="911087" cy="883316"/>
          </a:xfrm>
          <a:prstGeom prst="rect">
            <a:avLst/>
          </a:prstGeom>
        </p:spPr>
      </p:pic>
      <p:sp>
        <p:nvSpPr>
          <p:cNvPr id="29" name="Rectangle 4"/>
          <p:cNvSpPr/>
          <p:nvPr/>
        </p:nvSpPr>
        <p:spPr bwMode="auto">
          <a:xfrm>
            <a:off x="6211408" y="4289945"/>
            <a:ext cx="1508438" cy="1056510"/>
          </a:xfrm>
          <a:prstGeom prst="rect">
            <a:avLst/>
          </a:prstGeom>
          <a:solidFill>
            <a:srgbClr val="FFFFFF"/>
          </a:solidFill>
          <a:ln w="7620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188F"/>
                </a:solidFill>
              </a:rPr>
              <a:t>Classifier</a:t>
            </a:r>
          </a:p>
        </p:txBody>
      </p:sp>
    </p:spTree>
    <p:extLst>
      <p:ext uri="{BB962C8B-B14F-4D97-AF65-F5344CB8AC3E}">
        <p14:creationId xmlns:p14="http://schemas.microsoft.com/office/powerpoint/2010/main" val="74108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Classification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Same?</a:t>
            </a:r>
          </a:p>
          <a:p>
            <a:pPr lvl="1"/>
            <a:r>
              <a:rPr lang="en-US" altLang="ko-KR" dirty="0"/>
              <a:t>How to determine both are the same?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5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520507"/>
            <a:ext cx="2521458" cy="2311200"/>
          </a:xfrm>
          <a:prstGeom prst="rect">
            <a:avLst/>
          </a:prstGeom>
        </p:spPr>
      </p:pic>
      <p:pic>
        <p:nvPicPr>
          <p:cNvPr id="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71" y="2579046"/>
            <a:ext cx="2520000" cy="2309864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3851920" y="2457617"/>
            <a:ext cx="1456168" cy="2594556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600" dirty="0">
                <a:solidFill>
                  <a:srgbClr val="002060"/>
                </a:solidFill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64644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Classification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Both are partially matching</a:t>
            </a:r>
          </a:p>
          <a:p>
            <a:pPr lvl="1"/>
            <a:r>
              <a:rPr lang="en-US" altLang="ko-KR" dirty="0"/>
              <a:t>Critical LOCAL features are the same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5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489" y="2885481"/>
            <a:ext cx="2463896" cy="2445418"/>
          </a:xfrm>
          <a:prstGeom prst="rect">
            <a:avLst/>
          </a:prstGeom>
        </p:spPr>
      </p:pic>
      <p:pic>
        <p:nvPicPr>
          <p:cNvPr id="6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1" y="2884648"/>
            <a:ext cx="2450229" cy="2431854"/>
          </a:xfrm>
          <a:prstGeom prst="rect">
            <a:avLst/>
          </a:prstGeom>
        </p:spPr>
      </p:pic>
      <p:cxnSp>
        <p:nvCxnSpPr>
          <p:cNvPr id="7" name="Straight Connector 9"/>
          <p:cNvCxnSpPr/>
          <p:nvPr/>
        </p:nvCxnSpPr>
        <p:spPr>
          <a:xfrm flipV="1">
            <a:off x="1238629" y="2457878"/>
            <a:ext cx="2928363" cy="700129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10"/>
          <p:cNvCxnSpPr/>
          <p:nvPr/>
        </p:nvCxnSpPr>
        <p:spPr>
          <a:xfrm>
            <a:off x="4868496" y="2457878"/>
            <a:ext cx="1513521" cy="973406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Connector 17"/>
          <p:cNvCxnSpPr>
            <a:stCxn id="17" idx="3"/>
          </p:cNvCxnSpPr>
          <p:nvPr/>
        </p:nvCxnSpPr>
        <p:spPr>
          <a:xfrm flipV="1">
            <a:off x="4866127" y="4534428"/>
            <a:ext cx="1232419" cy="1437615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TextBox 22"/>
          <p:cNvSpPr txBox="1"/>
          <p:nvPr/>
        </p:nvSpPr>
        <p:spPr>
          <a:xfrm>
            <a:off x="4166275" y="3576817"/>
            <a:ext cx="721993" cy="10433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400" dirty="0">
                <a:solidFill>
                  <a:srgbClr val="002060"/>
                </a:solidFill>
              </a:rPr>
              <a:t>=</a:t>
            </a:r>
            <a:endParaRPr lang="en-US" sz="7200" dirty="0">
              <a:solidFill>
                <a:srgbClr val="002060"/>
              </a:solidFill>
            </a:endParaRPr>
          </a:p>
        </p:txBody>
      </p:sp>
      <p:cxnSp>
        <p:nvCxnSpPr>
          <p:cNvPr id="12" name="Straight Connector 25"/>
          <p:cNvCxnSpPr/>
          <p:nvPr/>
        </p:nvCxnSpPr>
        <p:spPr>
          <a:xfrm>
            <a:off x="2587395" y="3713820"/>
            <a:ext cx="1578880" cy="326723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26"/>
          <p:cNvCxnSpPr/>
          <p:nvPr/>
        </p:nvCxnSpPr>
        <p:spPr>
          <a:xfrm>
            <a:off x="4867779" y="4040543"/>
            <a:ext cx="1497796" cy="493885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Rectangle 2"/>
          <p:cNvSpPr/>
          <p:nvPr/>
        </p:nvSpPr>
        <p:spPr bwMode="auto">
          <a:xfrm>
            <a:off x="1238629" y="3158007"/>
            <a:ext cx="534057" cy="546716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5" name="Rectangle 7"/>
          <p:cNvSpPr/>
          <p:nvPr/>
        </p:nvSpPr>
        <p:spPr bwMode="auto">
          <a:xfrm>
            <a:off x="5831518" y="3431365"/>
            <a:ext cx="534057" cy="546716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6" name="Rectangle 14"/>
          <p:cNvSpPr/>
          <p:nvPr/>
        </p:nvSpPr>
        <p:spPr bwMode="auto">
          <a:xfrm>
            <a:off x="1238629" y="4524797"/>
            <a:ext cx="534057" cy="546716"/>
          </a:xfrm>
          <a:prstGeom prst="rect">
            <a:avLst/>
          </a:prstGeom>
          <a:noFill/>
          <a:ln w="57150">
            <a:solidFill>
              <a:srgbClr val="FFC1FF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7" name="Rectangle 15"/>
          <p:cNvSpPr/>
          <p:nvPr/>
        </p:nvSpPr>
        <p:spPr bwMode="auto">
          <a:xfrm>
            <a:off x="6098546" y="4524797"/>
            <a:ext cx="534057" cy="546716"/>
          </a:xfrm>
          <a:prstGeom prst="rect">
            <a:avLst/>
          </a:prstGeom>
          <a:noFill/>
          <a:ln w="57150">
            <a:solidFill>
              <a:srgbClr val="FFC1FF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8" name="Rectangle 23"/>
          <p:cNvSpPr/>
          <p:nvPr/>
        </p:nvSpPr>
        <p:spPr bwMode="auto">
          <a:xfrm>
            <a:off x="1772686" y="3704723"/>
            <a:ext cx="854491" cy="820074"/>
          </a:xfrm>
          <a:prstGeom prst="rect">
            <a:avLst/>
          </a:prstGeom>
          <a:noFill/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9" name="Rectangle 24"/>
          <p:cNvSpPr/>
          <p:nvPr/>
        </p:nvSpPr>
        <p:spPr bwMode="auto">
          <a:xfrm>
            <a:off x="6365575" y="3704723"/>
            <a:ext cx="854491" cy="820074"/>
          </a:xfrm>
          <a:prstGeom prst="rect">
            <a:avLst/>
          </a:prstGeom>
          <a:noFill/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cxnSp>
        <p:nvCxnSpPr>
          <p:cNvPr id="20" name="Straight Connector 41"/>
          <p:cNvCxnSpPr/>
          <p:nvPr/>
        </p:nvCxnSpPr>
        <p:spPr>
          <a:xfrm flipV="1">
            <a:off x="1787699" y="2457878"/>
            <a:ext cx="2379293" cy="1237215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46"/>
          <p:cNvCxnSpPr/>
          <p:nvPr/>
        </p:nvCxnSpPr>
        <p:spPr>
          <a:xfrm>
            <a:off x="4868496" y="2457878"/>
            <a:ext cx="946294" cy="1521622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51"/>
          <p:cNvCxnSpPr/>
          <p:nvPr/>
        </p:nvCxnSpPr>
        <p:spPr>
          <a:xfrm flipV="1">
            <a:off x="2627177" y="4040543"/>
            <a:ext cx="1539098" cy="484254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55"/>
          <p:cNvCxnSpPr/>
          <p:nvPr/>
        </p:nvCxnSpPr>
        <p:spPr>
          <a:xfrm flipV="1">
            <a:off x="4867779" y="3719527"/>
            <a:ext cx="1497796" cy="321016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60"/>
          <p:cNvCxnSpPr>
            <a:endCxn id="27" idx="1"/>
          </p:cNvCxnSpPr>
          <p:nvPr/>
        </p:nvCxnSpPr>
        <p:spPr>
          <a:xfrm>
            <a:off x="1772686" y="4543524"/>
            <a:ext cx="2381693" cy="1460139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66"/>
          <p:cNvCxnSpPr>
            <a:stCxn id="17" idx="3"/>
          </p:cNvCxnSpPr>
          <p:nvPr/>
        </p:nvCxnSpPr>
        <p:spPr>
          <a:xfrm flipV="1">
            <a:off x="4866127" y="5079725"/>
            <a:ext cx="1766476" cy="892318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TextBox 22"/>
          <p:cNvSpPr txBox="1"/>
          <p:nvPr/>
        </p:nvSpPr>
        <p:spPr>
          <a:xfrm>
            <a:off x="4154379" y="5481981"/>
            <a:ext cx="721993" cy="10433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400" dirty="0">
                <a:solidFill>
                  <a:srgbClr val="002060"/>
                </a:solidFill>
              </a:rPr>
              <a:t>=</a:t>
            </a:r>
            <a:endParaRPr lang="en-US" sz="7200" dirty="0">
              <a:solidFill>
                <a:srgbClr val="002060"/>
              </a:solidFill>
            </a:endParaRPr>
          </a:p>
        </p:txBody>
      </p:sp>
      <p:sp>
        <p:nvSpPr>
          <p:cNvPr id="28" name="TextBox 22"/>
          <p:cNvSpPr txBox="1"/>
          <p:nvPr/>
        </p:nvSpPr>
        <p:spPr>
          <a:xfrm>
            <a:off x="4154379" y="1964558"/>
            <a:ext cx="721993" cy="1043363"/>
          </a:xfrm>
          <a:prstGeom prst="rect">
            <a:avLst/>
          </a:prstGeom>
          <a:noFill/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5400" dirty="0">
                <a:solidFill>
                  <a:srgbClr val="002060"/>
                </a:solidFill>
              </a:rPr>
              <a:t>=</a:t>
            </a:r>
            <a:endParaRPr lang="en-US" sz="7200" dirty="0">
              <a:solidFill>
                <a:srgbClr val="002060"/>
              </a:solidFill>
            </a:endParaRPr>
          </a:p>
        </p:txBody>
      </p:sp>
      <p:cxnSp>
        <p:nvCxnSpPr>
          <p:cNvPr id="433" name="Straight Connector 60"/>
          <p:cNvCxnSpPr>
            <a:endCxn id="27" idx="1"/>
          </p:cNvCxnSpPr>
          <p:nvPr/>
        </p:nvCxnSpPr>
        <p:spPr>
          <a:xfrm>
            <a:off x="1226733" y="5079725"/>
            <a:ext cx="2927646" cy="923938"/>
          </a:xfrm>
          <a:prstGeom prst="line">
            <a:avLst/>
          </a:prstGeom>
          <a:ln w="12700">
            <a:solidFill>
              <a:schemeClr val="bg2"/>
            </a:solidFill>
            <a:headEnd type="none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713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Image Classification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Local Features</a:t>
            </a:r>
          </a:p>
          <a:p>
            <a:pPr lvl="1"/>
            <a:r>
              <a:rPr lang="en-US" altLang="ko-KR" dirty="0"/>
              <a:t>How about finding local features, and</a:t>
            </a:r>
          </a:p>
          <a:p>
            <a:pPr lvl="1"/>
            <a:r>
              <a:rPr kumimoji="1" lang="en-US" altLang="ko-KR" dirty="0"/>
              <a:t>Matching them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5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927798"/>
            <a:ext cx="2450229" cy="2431854"/>
          </a:xfrm>
          <a:prstGeom prst="rect">
            <a:avLst/>
          </a:prstGeom>
        </p:spPr>
      </p:pic>
      <p:sp>
        <p:nvSpPr>
          <p:cNvPr id="6" name="Rectangle 2"/>
          <p:cNvSpPr/>
          <p:nvPr/>
        </p:nvSpPr>
        <p:spPr bwMode="auto">
          <a:xfrm>
            <a:off x="2102724" y="3201157"/>
            <a:ext cx="534057" cy="546716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7" name="Rectangle 14"/>
          <p:cNvSpPr/>
          <p:nvPr/>
        </p:nvSpPr>
        <p:spPr bwMode="auto">
          <a:xfrm>
            <a:off x="2102724" y="4567947"/>
            <a:ext cx="534057" cy="546716"/>
          </a:xfrm>
          <a:prstGeom prst="rect">
            <a:avLst/>
          </a:prstGeom>
          <a:noFill/>
          <a:ln w="57150">
            <a:solidFill>
              <a:srgbClr val="FFC1FF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8" name="Rectangle 23"/>
          <p:cNvSpPr/>
          <p:nvPr/>
        </p:nvSpPr>
        <p:spPr bwMode="auto">
          <a:xfrm>
            <a:off x="2636781" y="3747873"/>
            <a:ext cx="854491" cy="820074"/>
          </a:xfrm>
          <a:prstGeom prst="rect">
            <a:avLst/>
          </a:prstGeom>
          <a:noFill/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pic>
        <p:nvPicPr>
          <p:cNvPr id="17" name="Picture 72">
            <a:extLst>
              <a:ext uri="{FF2B5EF4-FFF2-40B4-BE49-F238E27FC236}">
                <a16:creationId xmlns:a16="http://schemas.microsoft.com/office/drawing/2014/main" xmlns="" id="{1C922309-0CBC-419C-BE9B-DB3737B92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669" y="2927798"/>
            <a:ext cx="2463896" cy="2445418"/>
          </a:xfrm>
          <a:prstGeom prst="rect">
            <a:avLst/>
          </a:prstGeom>
        </p:spPr>
      </p:pic>
      <p:sp>
        <p:nvSpPr>
          <p:cNvPr id="18" name="Rectangle 7">
            <a:extLst>
              <a:ext uri="{FF2B5EF4-FFF2-40B4-BE49-F238E27FC236}">
                <a16:creationId xmlns:a16="http://schemas.microsoft.com/office/drawing/2014/main" xmlns="" id="{DC8DB864-DFB7-4743-9D3F-994838D2CFB5}"/>
              </a:ext>
            </a:extLst>
          </p:cNvPr>
          <p:cNvSpPr/>
          <p:nvPr/>
        </p:nvSpPr>
        <p:spPr bwMode="auto">
          <a:xfrm>
            <a:off x="5218698" y="3473682"/>
            <a:ext cx="534057" cy="546716"/>
          </a:xfrm>
          <a:prstGeom prst="rect">
            <a:avLst/>
          </a:prstGeom>
          <a:noFill/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xmlns="" id="{AF725BAA-BA33-4056-A8BC-C3F396819594}"/>
              </a:ext>
            </a:extLst>
          </p:cNvPr>
          <p:cNvSpPr/>
          <p:nvPr/>
        </p:nvSpPr>
        <p:spPr bwMode="auto">
          <a:xfrm>
            <a:off x="5485726" y="4567114"/>
            <a:ext cx="534057" cy="546716"/>
          </a:xfrm>
          <a:prstGeom prst="rect">
            <a:avLst/>
          </a:prstGeom>
          <a:noFill/>
          <a:ln w="57150">
            <a:solidFill>
              <a:srgbClr val="FFC1FF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0" name="Rectangle 24">
            <a:extLst>
              <a:ext uri="{FF2B5EF4-FFF2-40B4-BE49-F238E27FC236}">
                <a16:creationId xmlns:a16="http://schemas.microsoft.com/office/drawing/2014/main" xmlns="" id="{1F6C7BF8-FB55-46F4-BBA4-20E4C2CD5163}"/>
              </a:ext>
            </a:extLst>
          </p:cNvPr>
          <p:cNvSpPr/>
          <p:nvPr/>
        </p:nvSpPr>
        <p:spPr bwMode="auto">
          <a:xfrm>
            <a:off x="5752755" y="3747040"/>
            <a:ext cx="854491" cy="820074"/>
          </a:xfrm>
          <a:prstGeom prst="rect">
            <a:avLst/>
          </a:prstGeom>
          <a:noFill/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63324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</a:p>
          <a:p>
            <a:pPr lvl="1"/>
            <a:r>
              <a:rPr lang="en-US" altLang="ko-KR" kern="0" dirty="0"/>
              <a:t>A way to find out local features</a:t>
            </a:r>
            <a:endParaRPr lang="ko-KR" altLang="en-US" kern="0" dirty="0"/>
          </a:p>
        </p:txBody>
      </p:sp>
      <p:sp>
        <p:nvSpPr>
          <p:cNvPr id="17409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graphicFrame>
        <p:nvGraphicFramePr>
          <p:cNvPr id="3" name="내용 개체 틀 2"/>
          <p:cNvGraphicFramePr>
            <a:graphicFrameLocks noGrp="1"/>
          </p:cNvGraphicFramePr>
          <p:nvPr>
            <p:ph idx="1"/>
            <p:extLst/>
          </p:nvPr>
        </p:nvGraphicFramePr>
        <p:xfrm>
          <a:off x="2627561" y="2636912"/>
          <a:ext cx="158273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742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BA84BA-530C-44CB-85D3-A942DADFD1F0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14" name="내용 개체 틀 2"/>
          <p:cNvGraphicFramePr>
            <a:graphicFrameLocks/>
          </p:cNvGraphicFramePr>
          <p:nvPr>
            <p:extLst/>
          </p:nvPr>
        </p:nvGraphicFramePr>
        <p:xfrm>
          <a:off x="5004048" y="2636912"/>
          <a:ext cx="158273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7447" name="텍스트 상자 3"/>
          <p:cNvSpPr txBox="1">
            <a:spLocks noChangeArrowheads="1"/>
          </p:cNvSpPr>
          <p:nvPr/>
        </p:nvSpPr>
        <p:spPr bwMode="auto">
          <a:xfrm>
            <a:off x="4427786" y="3084587"/>
            <a:ext cx="358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000" b="0">
                <a:latin typeface="Comic Sans MS" panose="030F0702030302020204" pitchFamily="66" charset="0"/>
                <a:ea typeface="굴림" panose="020B0600000101010101" pitchFamily="50" charset="-127"/>
              </a:rPr>
              <a:t>*</a:t>
            </a: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sp>
        <p:nvSpPr>
          <p:cNvPr id="17448" name="텍스트 상자 15"/>
          <p:cNvSpPr txBox="1">
            <a:spLocks noChangeArrowheads="1"/>
          </p:cNvSpPr>
          <p:nvPr/>
        </p:nvSpPr>
        <p:spPr bwMode="auto">
          <a:xfrm>
            <a:off x="6802686" y="3084587"/>
            <a:ext cx="8651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000" b="0" dirty="0">
                <a:latin typeface="Comic Sans MS" panose="030F0702030302020204" pitchFamily="66" charset="0"/>
                <a:ea typeface="굴림" panose="020B0600000101010101" pitchFamily="50" charset="-127"/>
              </a:rPr>
              <a:t>=  3  </a:t>
            </a:r>
            <a:endParaRPr lang="ko-KR" altLang="en-US" sz="2000" b="0" dirty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3356161" y="4632597"/>
                <a:ext cx="2205668" cy="745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6161" y="4632597"/>
                <a:ext cx="2205668" cy="745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298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/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/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4857477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A273083-AA91-4C15-9BD5-B8118A163CED}"/>
              </a:ext>
            </a:extLst>
          </p:cNvPr>
          <p:cNvSpPr/>
          <p:nvPr/>
        </p:nvSpPr>
        <p:spPr bwMode="auto">
          <a:xfrm>
            <a:off x="483811" y="3129736"/>
            <a:ext cx="1223367" cy="1151433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93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/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/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0339642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A273083-AA91-4C15-9BD5-B8118A163CED}"/>
              </a:ext>
            </a:extLst>
          </p:cNvPr>
          <p:cNvSpPr/>
          <p:nvPr/>
        </p:nvSpPr>
        <p:spPr bwMode="auto">
          <a:xfrm>
            <a:off x="472582" y="3521784"/>
            <a:ext cx="1223367" cy="1151433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25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/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/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6538026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1A273083-AA91-4C15-9BD5-B8118A163CED}"/>
              </a:ext>
            </a:extLst>
          </p:cNvPr>
          <p:cNvSpPr/>
          <p:nvPr/>
        </p:nvSpPr>
        <p:spPr bwMode="auto">
          <a:xfrm>
            <a:off x="468313" y="3884295"/>
            <a:ext cx="1223367" cy="1151433"/>
          </a:xfrm>
          <a:prstGeom prst="rect">
            <a:avLst/>
          </a:prstGeom>
          <a:solidFill>
            <a:schemeClr val="accent1">
              <a:alpha val="50000"/>
            </a:scheme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68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553951"/>
              </p:ext>
            </p:extLst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081041"/>
              </p:ext>
            </p:extLst>
          </p:nvPr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2372389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1812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/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/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6614381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259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Threshold</a:t>
            </a:r>
            <a:endParaRPr lang="ko-KR" altLang="en-US" kern="0" dirty="0"/>
          </a:p>
        </p:txBody>
      </p:sp>
      <p:sp>
        <p:nvSpPr>
          <p:cNvPr id="2355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3554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F3D6F8-6099-4604-95A7-CC17F8036A7D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5" name="내용 개체 틀 2"/>
          <p:cNvGraphicFramePr>
            <a:graphicFrameLocks/>
          </p:cNvGraphicFramePr>
          <p:nvPr>
            <p:extLst/>
          </p:nvPr>
        </p:nvGraphicFramePr>
        <p:xfrm>
          <a:off x="468313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−1,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094" y="1773235"/>
                <a:ext cx="3181961" cy="69852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내용 개체 틀 2">
            <a:extLst>
              <a:ext uri="{FF2B5EF4-FFF2-40B4-BE49-F238E27FC236}">
                <a16:creationId xmlns:a16="http://schemas.microsoft.com/office/drawing/2014/main" xmlns="" id="{E96A99BE-B35C-47AC-9D5F-42EA96805BBF}"/>
              </a:ext>
            </a:extLst>
          </p:cNvPr>
          <p:cNvGraphicFramePr>
            <a:graphicFrameLocks/>
          </p:cNvGraphicFramePr>
          <p:nvPr/>
        </p:nvGraphicFramePr>
        <p:xfrm>
          <a:off x="3923928" y="1484784"/>
          <a:ext cx="1224135" cy="1151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804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3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5" name="내용 개체 틀 2">
            <a:extLst>
              <a:ext uri="{FF2B5EF4-FFF2-40B4-BE49-F238E27FC236}">
                <a16:creationId xmlns:a16="http://schemas.microsoft.com/office/drawing/2014/main" xmlns="" id="{7EAC8A72-3D98-4864-8946-57D0E4910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039730"/>
              </p:ext>
            </p:extLst>
          </p:nvPr>
        </p:nvGraphicFramePr>
        <p:xfrm>
          <a:off x="5074655" y="3141663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3317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Convolution (3D)</a:t>
            </a:r>
            <a:endParaRPr kumimoji="1" lang="ko-KR" altLang="en-US" dirty="0"/>
          </a:p>
        </p:txBody>
      </p:sp>
      <p:sp>
        <p:nvSpPr>
          <p:cNvPr id="17409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1742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CBA84BA-530C-44CB-85D3-A942DADFD1F0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 b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7447" name="텍스트 상자 3"/>
          <p:cNvSpPr txBox="1">
            <a:spLocks noChangeArrowheads="1"/>
          </p:cNvSpPr>
          <p:nvPr/>
        </p:nvSpPr>
        <p:spPr bwMode="auto">
          <a:xfrm>
            <a:off x="3611678" y="3172692"/>
            <a:ext cx="358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000" b="0">
                <a:latin typeface="Comic Sans MS" panose="030F0702030302020204" pitchFamily="66" charset="0"/>
                <a:ea typeface="굴림" panose="020B0600000101010101" pitchFamily="50" charset="-127"/>
              </a:rPr>
              <a:t>*</a:t>
            </a: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sp>
        <p:nvSpPr>
          <p:cNvPr id="17448" name="텍스트 상자 15"/>
          <p:cNvSpPr txBox="1">
            <a:spLocks noChangeArrowheads="1"/>
          </p:cNvSpPr>
          <p:nvPr/>
        </p:nvSpPr>
        <p:spPr bwMode="auto">
          <a:xfrm>
            <a:off x="6274883" y="3172692"/>
            <a:ext cx="222089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2000" b="0" dirty="0">
                <a:latin typeface="Comic Sans MS" panose="030F0702030302020204" pitchFamily="66" charset="0"/>
                <a:ea typeface="굴림" panose="020B0600000101010101" pitchFamily="50" charset="-127"/>
              </a:rPr>
              <a:t>=  2 +3 +4 </a:t>
            </a:r>
            <a:r>
              <a:rPr lang="en-US" altLang="ko-KR" sz="2000" b="0">
                <a:latin typeface="Comic Sans MS" panose="030F0702030302020204" pitchFamily="66" charset="0"/>
                <a:ea typeface="굴림" panose="020B0600000101010101" pitchFamily="50" charset="-127"/>
              </a:rPr>
              <a:t>= 9  </a:t>
            </a:r>
            <a:endParaRPr lang="ko-KR" altLang="en-US" sz="2000" b="0" dirty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722486" y="4673293"/>
                <a:ext cx="4107086" cy="7817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𝑐h𝑎𝑛𝑛𝑒𝑙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𝑐h𝑎𝑛𝑛𝑒𝑙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b="0" i="1" smtClean="0">
                                      <a:latin typeface="Cambria Math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𝑐h𝑎𝑛𝑛𝑒𝑙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486" y="4673293"/>
                <a:ext cx="4107086" cy="781752"/>
              </a:xfrm>
              <a:prstGeom prst="rect">
                <a:avLst/>
              </a:prstGeom>
              <a:blipFill>
                <a:blip r:embed="rId2"/>
                <a:stretch>
                  <a:fillRect l="-308" t="-138095" b="-185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6333796"/>
              </p:ext>
            </p:extLst>
          </p:nvPr>
        </p:nvGraphicFramePr>
        <p:xfrm>
          <a:off x="4028930" y="2424608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직사각형 21"/>
          <p:cNvSpPr>
            <a:spLocks noChangeArrowheads="1"/>
          </p:cNvSpPr>
          <p:nvPr/>
        </p:nvSpPr>
        <p:spPr bwMode="auto">
          <a:xfrm>
            <a:off x="4036866" y="2434133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cxnSp>
        <p:nvCxnSpPr>
          <p:cNvPr id="12" name="직선 연결선[R] 18"/>
          <p:cNvCxnSpPr>
            <a:cxnSpLocks noChangeShapeType="1"/>
          </p:cNvCxnSpPr>
          <p:nvPr/>
        </p:nvCxnSpPr>
        <p:spPr bwMode="auto">
          <a:xfrm>
            <a:off x="5610080" y="2421432"/>
            <a:ext cx="506412" cy="4316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직사각형 21"/>
          <p:cNvSpPr>
            <a:spLocks noChangeArrowheads="1"/>
          </p:cNvSpPr>
          <p:nvPr/>
        </p:nvSpPr>
        <p:spPr bwMode="auto">
          <a:xfrm>
            <a:off x="4535343" y="2856408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graphicFrame>
        <p:nvGraphicFramePr>
          <p:cNvPr id="15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410222"/>
              </p:ext>
            </p:extLst>
          </p:nvPr>
        </p:nvGraphicFramePr>
        <p:xfrm>
          <a:off x="4255942" y="2642096"/>
          <a:ext cx="158273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16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316182"/>
              </p:ext>
            </p:extLst>
          </p:nvPr>
        </p:nvGraphicFramePr>
        <p:xfrm>
          <a:off x="4535342" y="2856408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17" name="직선 연결선[R] 15"/>
          <p:cNvCxnSpPr>
            <a:cxnSpLocks noChangeShapeType="1"/>
          </p:cNvCxnSpPr>
          <p:nvPr/>
        </p:nvCxnSpPr>
        <p:spPr bwMode="auto">
          <a:xfrm>
            <a:off x="4028929" y="2421432"/>
            <a:ext cx="506413" cy="4270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직선 연결선[R] 20"/>
          <p:cNvCxnSpPr>
            <a:cxnSpLocks noChangeShapeType="1"/>
          </p:cNvCxnSpPr>
          <p:nvPr/>
        </p:nvCxnSpPr>
        <p:spPr bwMode="auto">
          <a:xfrm>
            <a:off x="4028929" y="3721595"/>
            <a:ext cx="514350" cy="4349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9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1212734"/>
              </p:ext>
            </p:extLst>
          </p:nvPr>
        </p:nvGraphicFramePr>
        <p:xfrm>
          <a:off x="1387348" y="2365275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0" name="직사각형 21"/>
          <p:cNvSpPr>
            <a:spLocks noChangeArrowheads="1"/>
          </p:cNvSpPr>
          <p:nvPr/>
        </p:nvSpPr>
        <p:spPr bwMode="auto">
          <a:xfrm>
            <a:off x="1395284" y="2374800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cxnSp>
        <p:nvCxnSpPr>
          <p:cNvPr id="21" name="직선 연결선[R] 18"/>
          <p:cNvCxnSpPr>
            <a:cxnSpLocks noChangeShapeType="1"/>
          </p:cNvCxnSpPr>
          <p:nvPr/>
        </p:nvCxnSpPr>
        <p:spPr bwMode="auto">
          <a:xfrm>
            <a:off x="2968498" y="2362099"/>
            <a:ext cx="506412" cy="4316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직사각형 21"/>
          <p:cNvSpPr>
            <a:spLocks noChangeArrowheads="1"/>
          </p:cNvSpPr>
          <p:nvPr/>
        </p:nvSpPr>
        <p:spPr bwMode="auto">
          <a:xfrm>
            <a:off x="1893761" y="2797075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graphicFrame>
        <p:nvGraphicFramePr>
          <p:cNvPr id="23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487135"/>
              </p:ext>
            </p:extLst>
          </p:nvPr>
        </p:nvGraphicFramePr>
        <p:xfrm>
          <a:off x="1614360" y="2582763"/>
          <a:ext cx="158273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8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24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4530995"/>
              </p:ext>
            </p:extLst>
          </p:nvPr>
        </p:nvGraphicFramePr>
        <p:xfrm>
          <a:off x="1893760" y="2797075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25" name="직선 연결선[R] 15"/>
          <p:cNvCxnSpPr>
            <a:cxnSpLocks noChangeShapeType="1"/>
          </p:cNvCxnSpPr>
          <p:nvPr/>
        </p:nvCxnSpPr>
        <p:spPr bwMode="auto">
          <a:xfrm>
            <a:off x="1387347" y="2362099"/>
            <a:ext cx="506413" cy="4270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직선 연결선[R] 20"/>
          <p:cNvCxnSpPr>
            <a:cxnSpLocks noChangeShapeType="1"/>
          </p:cNvCxnSpPr>
          <p:nvPr/>
        </p:nvCxnSpPr>
        <p:spPr bwMode="auto">
          <a:xfrm>
            <a:off x="1387347" y="3662262"/>
            <a:ext cx="514350" cy="4349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522765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"/>
          <p:cNvSpPr txBox="1">
            <a:spLocks/>
          </p:cNvSpPr>
          <p:nvPr/>
        </p:nvSpPr>
        <p:spPr bwMode="auto">
          <a:xfrm>
            <a:off x="685800" y="1268413"/>
            <a:ext cx="7772400" cy="482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ko-KR" kern="0" dirty="0"/>
              <a:t>Convolution (3D)</a:t>
            </a:r>
            <a:endParaRPr lang="ko-KR" altLang="en-US" kern="0" dirty="0"/>
          </a:p>
        </p:txBody>
      </p:sp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24579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A83401-A814-4F4B-A1A5-EC4E874EA6F4}" type="slidenum">
              <a:rPr lang="en-US" altLang="ko-KR" sz="1400" b="0" smtClean="0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 b="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aphicFrame>
        <p:nvGraphicFramePr>
          <p:cNvPr id="9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0543603"/>
              </p:ext>
            </p:extLst>
          </p:nvPr>
        </p:nvGraphicFramePr>
        <p:xfrm>
          <a:off x="5445125" y="3355975"/>
          <a:ext cx="3313116" cy="2593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18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21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218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218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218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2186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7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6950205"/>
              </p:ext>
            </p:extLst>
          </p:nvPr>
        </p:nvGraphicFramePr>
        <p:xfrm>
          <a:off x="539750" y="2997200"/>
          <a:ext cx="3311526" cy="2592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0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24577" name="직사각형 22"/>
          <p:cNvSpPr>
            <a:spLocks noChangeArrowheads="1"/>
          </p:cNvSpPr>
          <p:nvPr/>
        </p:nvSpPr>
        <p:spPr bwMode="auto">
          <a:xfrm>
            <a:off x="554089" y="3012282"/>
            <a:ext cx="1647825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graphicFrame>
        <p:nvGraphicFramePr>
          <p:cNvPr id="11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4275920"/>
              </p:ext>
            </p:extLst>
          </p:nvPr>
        </p:nvGraphicFramePr>
        <p:xfrm>
          <a:off x="827088" y="3284538"/>
          <a:ext cx="3313110" cy="2593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1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218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218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218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218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218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61" marR="91461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A3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graphicFrame>
        <p:nvGraphicFramePr>
          <p:cNvPr id="5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8860715"/>
              </p:ext>
            </p:extLst>
          </p:nvPr>
        </p:nvGraphicFramePr>
        <p:xfrm>
          <a:off x="1116013" y="3573463"/>
          <a:ext cx="3311526" cy="2593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9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55192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mr-IN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cxnSp>
        <p:nvCxnSpPr>
          <p:cNvPr id="24838" name="직선 연결선[R] 15"/>
          <p:cNvCxnSpPr>
            <a:cxnSpLocks noChangeShapeType="1"/>
          </p:cNvCxnSpPr>
          <p:nvPr/>
        </p:nvCxnSpPr>
        <p:spPr bwMode="auto">
          <a:xfrm>
            <a:off x="549274" y="2995613"/>
            <a:ext cx="566739" cy="577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839" name="직선 연결선[R] 18"/>
          <p:cNvCxnSpPr>
            <a:cxnSpLocks noChangeShapeType="1"/>
          </p:cNvCxnSpPr>
          <p:nvPr/>
        </p:nvCxnSpPr>
        <p:spPr bwMode="auto">
          <a:xfrm>
            <a:off x="2194745" y="3012282"/>
            <a:ext cx="569092" cy="56911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840" name="직선 연결선[R] 20"/>
          <p:cNvCxnSpPr>
            <a:cxnSpLocks noChangeShapeType="1"/>
            <a:endCxn id="5" idx="1"/>
          </p:cNvCxnSpPr>
          <p:nvPr/>
        </p:nvCxnSpPr>
        <p:spPr bwMode="auto">
          <a:xfrm>
            <a:off x="554089" y="4301332"/>
            <a:ext cx="561924" cy="56911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841" name="직사각형 21"/>
          <p:cNvSpPr>
            <a:spLocks noChangeArrowheads="1"/>
          </p:cNvSpPr>
          <p:nvPr/>
        </p:nvSpPr>
        <p:spPr bwMode="auto">
          <a:xfrm>
            <a:off x="1116013" y="3581400"/>
            <a:ext cx="1647825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graphicFrame>
        <p:nvGraphicFramePr>
          <p:cNvPr id="26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3889097"/>
              </p:ext>
            </p:extLst>
          </p:nvPr>
        </p:nvGraphicFramePr>
        <p:xfrm>
          <a:off x="4177560" y="1409135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27" name="직사각형 21"/>
          <p:cNvSpPr>
            <a:spLocks noChangeArrowheads="1"/>
          </p:cNvSpPr>
          <p:nvPr/>
        </p:nvSpPr>
        <p:spPr bwMode="auto">
          <a:xfrm>
            <a:off x="4185496" y="1418660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cxnSp>
        <p:nvCxnSpPr>
          <p:cNvPr id="28" name="직선 연결선[R] 18"/>
          <p:cNvCxnSpPr>
            <a:cxnSpLocks noChangeShapeType="1"/>
          </p:cNvCxnSpPr>
          <p:nvPr/>
        </p:nvCxnSpPr>
        <p:spPr bwMode="auto">
          <a:xfrm>
            <a:off x="5758710" y="1405959"/>
            <a:ext cx="506412" cy="43161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" name="직사각형 21"/>
          <p:cNvSpPr>
            <a:spLocks noChangeArrowheads="1"/>
          </p:cNvSpPr>
          <p:nvPr/>
        </p:nvSpPr>
        <p:spPr bwMode="auto">
          <a:xfrm>
            <a:off x="4683973" y="1840935"/>
            <a:ext cx="1581150" cy="1289050"/>
          </a:xfrm>
          <a:prstGeom prst="rect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 latinLnBrk="1">
              <a:spcBef>
                <a:spcPct val="20000"/>
              </a:spcBef>
              <a:buClr>
                <a:srgbClr val="0066CC"/>
              </a:buClr>
              <a:buFont typeface="Wingdings" panose="05000000000000000000" pitchFamily="2" charset="2"/>
              <a:buChar char="§"/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0066CC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0066CC"/>
              </a:buClr>
              <a:buChar char="•"/>
              <a:defRPr kumimoji="1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0066CC"/>
              </a:buClr>
              <a:buChar char="»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66CC"/>
              </a:buClr>
              <a:buChar char="­"/>
              <a:defRPr kumimoji="1" sz="1400">
                <a:solidFill>
                  <a:schemeClr val="tx1"/>
                </a:solidFill>
                <a:latin typeface="Tahoma" panose="020B0604030504040204" pitchFamily="34" charset="0"/>
                <a:ea typeface="새굴림" panose="02030600000101010101" pitchFamily="18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endParaRPr lang="ko-KR" altLang="en-US" sz="2000" b="0">
              <a:latin typeface="Comic Sans MS" panose="030F0702030302020204" pitchFamily="66" charset="0"/>
              <a:ea typeface="굴림" panose="020B0600000101010101" pitchFamily="50" charset="-127"/>
            </a:endParaRPr>
          </a:p>
        </p:txBody>
      </p:sp>
      <p:graphicFrame>
        <p:nvGraphicFramePr>
          <p:cNvPr id="30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566645"/>
              </p:ext>
            </p:extLst>
          </p:nvPr>
        </p:nvGraphicFramePr>
        <p:xfrm>
          <a:off x="4404572" y="1626623"/>
          <a:ext cx="1582737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681" marB="45681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aphicFrame>
        <p:nvGraphicFramePr>
          <p:cNvPr id="31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2601953"/>
              </p:ext>
            </p:extLst>
          </p:nvPr>
        </p:nvGraphicFramePr>
        <p:xfrm>
          <a:off x="4683972" y="1840935"/>
          <a:ext cx="1581150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394" marR="91394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cxnSp>
        <p:nvCxnSpPr>
          <p:cNvPr id="33" name="직선 연결선[R] 15"/>
          <p:cNvCxnSpPr>
            <a:cxnSpLocks noChangeShapeType="1"/>
          </p:cNvCxnSpPr>
          <p:nvPr/>
        </p:nvCxnSpPr>
        <p:spPr bwMode="auto">
          <a:xfrm>
            <a:off x="4177559" y="1405959"/>
            <a:ext cx="506413" cy="427039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직선 연결선[R] 20"/>
          <p:cNvCxnSpPr>
            <a:cxnSpLocks noChangeShapeType="1"/>
          </p:cNvCxnSpPr>
          <p:nvPr/>
        </p:nvCxnSpPr>
        <p:spPr bwMode="auto">
          <a:xfrm>
            <a:off x="4177559" y="2706122"/>
            <a:ext cx="514350" cy="43497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xmlns="" id="{834D01F8-B793-47B5-AAEE-0491AA944DED}"/>
                  </a:ext>
                </a:extLst>
              </p14:cNvPr>
              <p14:cNvContentPartPr/>
              <p14:nvPr/>
            </p14:nvContentPartPr>
            <p14:xfrm>
              <a:off x="5660734" y="3186329"/>
              <a:ext cx="164520" cy="2358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834D01F8-B793-47B5-AAEE-0491AA944D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51734" y="3177689"/>
                <a:ext cx="1821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xmlns="" id="{A3A4F376-365B-405D-A372-6A3F2E9DE3D7}"/>
                  </a:ext>
                </a:extLst>
              </p14:cNvPr>
              <p14:cNvContentPartPr/>
              <p14:nvPr/>
            </p14:nvContentPartPr>
            <p14:xfrm>
              <a:off x="6345454" y="2209289"/>
              <a:ext cx="151560" cy="2030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A3A4F376-365B-405D-A372-6A3F2E9DE3D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36454" y="2200289"/>
                <a:ext cx="1692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xmlns="" id="{E9DB1D2D-A96E-41F7-845B-7F878E446A0B}"/>
                  </a:ext>
                </a:extLst>
              </p14:cNvPr>
              <p14:cNvContentPartPr/>
              <p14:nvPr/>
            </p14:nvContentPartPr>
            <p14:xfrm>
              <a:off x="8443534" y="2627969"/>
              <a:ext cx="643320" cy="68004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E9DB1D2D-A96E-41F7-845B-7F878E446A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34894" y="2618969"/>
                <a:ext cx="66096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xmlns="" id="{DFD4CA59-0D84-4BA7-A51D-9F01D932EE43}"/>
                  </a:ext>
                </a:extLst>
              </p14:cNvPr>
              <p14:cNvContentPartPr/>
              <p14:nvPr/>
            </p14:nvContentPartPr>
            <p14:xfrm>
              <a:off x="4010134" y="2928569"/>
              <a:ext cx="541440" cy="61380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DFD4CA59-0D84-4BA7-A51D-9F01D932EE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01494" y="2919929"/>
                <a:ext cx="55908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604" name="잉크 24603">
                <a:extLst>
                  <a:ext uri="{FF2B5EF4-FFF2-40B4-BE49-F238E27FC236}">
                    <a16:creationId xmlns:a16="http://schemas.microsoft.com/office/drawing/2014/main" xmlns="" id="{9FBA6E48-2D8D-4FBA-8906-FA16153DADD3}"/>
                  </a:ext>
                </a:extLst>
              </p14:cNvPr>
              <p14:cNvContentPartPr/>
              <p14:nvPr/>
            </p14:nvContentPartPr>
            <p14:xfrm>
              <a:off x="1618654" y="-172143"/>
              <a:ext cx="31680" cy="163800"/>
            </p14:xfrm>
          </p:contentPart>
        </mc:Choice>
        <mc:Fallback xmlns="">
          <p:pic>
            <p:nvPicPr>
              <p:cNvPr id="24604" name="잉크 24603">
                <a:extLst>
                  <a:ext uri="{FF2B5EF4-FFF2-40B4-BE49-F238E27FC236}">
                    <a16:creationId xmlns:a16="http://schemas.microsoft.com/office/drawing/2014/main" id="{9FBA6E48-2D8D-4FBA-8906-FA16153DAD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09654" y="-180783"/>
                <a:ext cx="4932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842" name="잉크 24841">
                <a:extLst>
                  <a:ext uri="{FF2B5EF4-FFF2-40B4-BE49-F238E27FC236}">
                    <a16:creationId xmlns:a16="http://schemas.microsoft.com/office/drawing/2014/main" xmlns="" id="{8EFDBEF7-F650-44F7-8B1B-7D003C500404}"/>
                  </a:ext>
                </a:extLst>
              </p14:cNvPr>
              <p14:cNvContentPartPr/>
              <p14:nvPr/>
            </p14:nvContentPartPr>
            <p14:xfrm>
              <a:off x="2653654" y="-438543"/>
              <a:ext cx="39240" cy="182880"/>
            </p14:xfrm>
          </p:contentPart>
        </mc:Choice>
        <mc:Fallback xmlns="">
          <p:pic>
            <p:nvPicPr>
              <p:cNvPr id="24842" name="잉크 24841">
                <a:extLst>
                  <a:ext uri="{FF2B5EF4-FFF2-40B4-BE49-F238E27FC236}">
                    <a16:creationId xmlns:a16="http://schemas.microsoft.com/office/drawing/2014/main" id="{8EFDBEF7-F650-44F7-8B1B-7D003C5004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44654" y="-447543"/>
                <a:ext cx="568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4847" name="잉크 24846">
                <a:extLst>
                  <a:ext uri="{FF2B5EF4-FFF2-40B4-BE49-F238E27FC236}">
                    <a16:creationId xmlns:a16="http://schemas.microsoft.com/office/drawing/2014/main" xmlns="" id="{F8F9E23A-F9D4-4F8A-84DD-23D4DA355E1C}"/>
                  </a:ext>
                </a:extLst>
              </p14:cNvPr>
              <p14:cNvContentPartPr/>
              <p14:nvPr/>
            </p14:nvContentPartPr>
            <p14:xfrm>
              <a:off x="2753734" y="-466263"/>
              <a:ext cx="88920" cy="180360"/>
            </p14:xfrm>
          </p:contentPart>
        </mc:Choice>
        <mc:Fallback xmlns="">
          <p:pic>
            <p:nvPicPr>
              <p:cNvPr id="24847" name="잉크 24846">
                <a:extLst>
                  <a:ext uri="{FF2B5EF4-FFF2-40B4-BE49-F238E27FC236}">
                    <a16:creationId xmlns:a16="http://schemas.microsoft.com/office/drawing/2014/main" id="{F8F9E23A-F9D4-4F8A-84DD-23D4DA355E1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4770" y="-475263"/>
                <a:ext cx="106489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848" name="잉크 24847">
                <a:extLst>
                  <a:ext uri="{FF2B5EF4-FFF2-40B4-BE49-F238E27FC236}">
                    <a16:creationId xmlns:a16="http://schemas.microsoft.com/office/drawing/2014/main" xmlns="" id="{AF6358DD-82E9-4CA0-910D-C3DBE372B3D2}"/>
                  </a:ext>
                </a:extLst>
              </p14:cNvPr>
              <p14:cNvContentPartPr/>
              <p14:nvPr/>
            </p14:nvContentPartPr>
            <p14:xfrm>
              <a:off x="2911054" y="-507663"/>
              <a:ext cx="73800" cy="274320"/>
            </p14:xfrm>
          </p:contentPart>
        </mc:Choice>
        <mc:Fallback xmlns="">
          <p:pic>
            <p:nvPicPr>
              <p:cNvPr id="24848" name="잉크 24847">
                <a:extLst>
                  <a:ext uri="{FF2B5EF4-FFF2-40B4-BE49-F238E27FC236}">
                    <a16:creationId xmlns:a16="http://schemas.microsoft.com/office/drawing/2014/main" id="{AF6358DD-82E9-4CA0-910D-C3DBE372B3D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02010" y="-516314"/>
                <a:ext cx="91526" cy="2919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849" name="잉크 24848">
                <a:extLst>
                  <a:ext uri="{FF2B5EF4-FFF2-40B4-BE49-F238E27FC236}">
                    <a16:creationId xmlns:a16="http://schemas.microsoft.com/office/drawing/2014/main" xmlns="" id="{C2F73A66-B714-4E4A-91F8-0AE5BFAB6485}"/>
                  </a:ext>
                </a:extLst>
              </p14:cNvPr>
              <p14:cNvContentPartPr/>
              <p14:nvPr/>
            </p14:nvContentPartPr>
            <p14:xfrm>
              <a:off x="2208694" y="-415143"/>
              <a:ext cx="281520" cy="300600"/>
            </p14:xfrm>
          </p:contentPart>
        </mc:Choice>
        <mc:Fallback xmlns="">
          <p:pic>
            <p:nvPicPr>
              <p:cNvPr id="24849" name="잉크 24848">
                <a:extLst>
                  <a:ext uri="{FF2B5EF4-FFF2-40B4-BE49-F238E27FC236}">
                    <a16:creationId xmlns:a16="http://schemas.microsoft.com/office/drawing/2014/main" id="{C2F73A66-B714-4E4A-91F8-0AE5BFAB64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200043" y="-423783"/>
                <a:ext cx="299183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850" name="잉크 24849">
                <a:extLst>
                  <a:ext uri="{FF2B5EF4-FFF2-40B4-BE49-F238E27FC236}">
                    <a16:creationId xmlns:a16="http://schemas.microsoft.com/office/drawing/2014/main" xmlns="" id="{F3020723-2828-4F17-8209-271ADDC86D58}"/>
                  </a:ext>
                </a:extLst>
              </p14:cNvPr>
              <p14:cNvContentPartPr/>
              <p14:nvPr/>
            </p14:nvContentPartPr>
            <p14:xfrm>
              <a:off x="1863094" y="-353943"/>
              <a:ext cx="279360" cy="299880"/>
            </p14:xfrm>
          </p:contentPart>
        </mc:Choice>
        <mc:Fallback xmlns="">
          <p:pic>
            <p:nvPicPr>
              <p:cNvPr id="24850" name="잉크 24849">
                <a:extLst>
                  <a:ext uri="{FF2B5EF4-FFF2-40B4-BE49-F238E27FC236}">
                    <a16:creationId xmlns:a16="http://schemas.microsoft.com/office/drawing/2014/main" id="{F3020723-2828-4F17-8209-271ADDC86D5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54106" y="-362932"/>
                <a:ext cx="296977" cy="317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851" name="잉크 24850">
                <a:extLst>
                  <a:ext uri="{FF2B5EF4-FFF2-40B4-BE49-F238E27FC236}">
                    <a16:creationId xmlns:a16="http://schemas.microsoft.com/office/drawing/2014/main" xmlns="" id="{8A918F7F-D46B-4B68-A380-DB2E28E7C49D}"/>
                  </a:ext>
                </a:extLst>
              </p14:cNvPr>
              <p14:cNvContentPartPr/>
              <p14:nvPr/>
            </p14:nvContentPartPr>
            <p14:xfrm>
              <a:off x="1367734" y="-140823"/>
              <a:ext cx="167040" cy="204840"/>
            </p14:xfrm>
          </p:contentPart>
        </mc:Choice>
        <mc:Fallback xmlns="">
          <p:pic>
            <p:nvPicPr>
              <p:cNvPr id="24851" name="잉크 24850">
                <a:extLst>
                  <a:ext uri="{FF2B5EF4-FFF2-40B4-BE49-F238E27FC236}">
                    <a16:creationId xmlns:a16="http://schemas.microsoft.com/office/drawing/2014/main" id="{8A918F7F-D46B-4B68-A380-DB2E28E7C49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58734" y="-149823"/>
                <a:ext cx="18468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4852" name="잉크 24851">
                <a:extLst>
                  <a:ext uri="{FF2B5EF4-FFF2-40B4-BE49-F238E27FC236}">
                    <a16:creationId xmlns:a16="http://schemas.microsoft.com/office/drawing/2014/main" xmlns="" id="{0C9E5059-894C-421D-ACD7-A7275081EBD8}"/>
                  </a:ext>
                </a:extLst>
              </p14:cNvPr>
              <p14:cNvContentPartPr/>
              <p14:nvPr/>
            </p14:nvContentPartPr>
            <p14:xfrm>
              <a:off x="1011694" y="-113463"/>
              <a:ext cx="287280" cy="327960"/>
            </p14:xfrm>
          </p:contentPart>
        </mc:Choice>
        <mc:Fallback xmlns="">
          <p:pic>
            <p:nvPicPr>
              <p:cNvPr id="24852" name="잉크 24851">
                <a:extLst>
                  <a:ext uri="{FF2B5EF4-FFF2-40B4-BE49-F238E27FC236}">
                    <a16:creationId xmlns:a16="http://schemas.microsoft.com/office/drawing/2014/main" id="{0C9E5059-894C-421D-ACD7-A7275081EB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3043" y="-122473"/>
                <a:ext cx="304942" cy="345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853" name="잉크 24852">
                <a:extLst>
                  <a:ext uri="{FF2B5EF4-FFF2-40B4-BE49-F238E27FC236}">
                    <a16:creationId xmlns:a16="http://schemas.microsoft.com/office/drawing/2014/main" xmlns="" id="{A8F9E5E6-A759-4A3F-B5D6-5BAA218CDE46}"/>
                  </a:ext>
                </a:extLst>
              </p14:cNvPr>
              <p14:cNvContentPartPr/>
              <p14:nvPr/>
            </p14:nvContentPartPr>
            <p14:xfrm>
              <a:off x="599494" y="157977"/>
              <a:ext cx="249120" cy="194040"/>
            </p14:xfrm>
          </p:contentPart>
        </mc:Choice>
        <mc:Fallback xmlns="">
          <p:pic>
            <p:nvPicPr>
              <p:cNvPr id="24853" name="잉크 24852">
                <a:extLst>
                  <a:ext uri="{FF2B5EF4-FFF2-40B4-BE49-F238E27FC236}">
                    <a16:creationId xmlns:a16="http://schemas.microsoft.com/office/drawing/2014/main" id="{A8F9E5E6-A759-4A3F-B5D6-5BAA218CDE4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90854" y="148977"/>
                <a:ext cx="26676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854" name="잉크 24853">
                <a:extLst>
                  <a:ext uri="{FF2B5EF4-FFF2-40B4-BE49-F238E27FC236}">
                    <a16:creationId xmlns:a16="http://schemas.microsoft.com/office/drawing/2014/main" xmlns="" id="{718E8E9C-FF93-42F2-8713-E20C95C055FB}"/>
                  </a:ext>
                </a:extLst>
              </p14:cNvPr>
              <p14:cNvContentPartPr/>
              <p14:nvPr/>
            </p14:nvContentPartPr>
            <p14:xfrm>
              <a:off x="186574" y="525177"/>
              <a:ext cx="468720" cy="2360520"/>
            </p14:xfrm>
          </p:contentPart>
        </mc:Choice>
        <mc:Fallback xmlns="">
          <p:pic>
            <p:nvPicPr>
              <p:cNvPr id="24854" name="잉크 24853">
                <a:extLst>
                  <a:ext uri="{FF2B5EF4-FFF2-40B4-BE49-F238E27FC236}">
                    <a16:creationId xmlns:a16="http://schemas.microsoft.com/office/drawing/2014/main" id="{718E8E9C-FF93-42F2-8713-E20C95C055F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77927" y="516536"/>
                <a:ext cx="486374" cy="2378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4886" name="잉크 24885">
                <a:extLst>
                  <a:ext uri="{FF2B5EF4-FFF2-40B4-BE49-F238E27FC236}">
                    <a16:creationId xmlns:a16="http://schemas.microsoft.com/office/drawing/2014/main" xmlns="" id="{42A94129-94F7-4491-9841-DCB387F7826D}"/>
                  </a:ext>
                </a:extLst>
              </p14:cNvPr>
              <p14:cNvContentPartPr/>
              <p14:nvPr/>
            </p14:nvContentPartPr>
            <p14:xfrm>
              <a:off x="4861894" y="-732725"/>
              <a:ext cx="4462200" cy="2305534"/>
            </p14:xfrm>
          </p:contentPart>
        </mc:Choice>
        <mc:Fallback xmlns="">
          <p:pic>
            <p:nvPicPr>
              <p:cNvPr id="24886" name="잉크 24885">
                <a:extLst>
                  <a:ext uri="{FF2B5EF4-FFF2-40B4-BE49-F238E27FC236}">
                    <a16:creationId xmlns:a16="http://schemas.microsoft.com/office/drawing/2014/main" id="{42A94129-94F7-4491-9841-DCB387F7826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852895" y="-741367"/>
                <a:ext cx="4479839" cy="232317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Examples of Kernels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graphicFrame>
        <p:nvGraphicFramePr>
          <p:cNvPr id="6" name="내용 개체 틀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4351043"/>
              </p:ext>
            </p:extLst>
          </p:nvPr>
        </p:nvGraphicFramePr>
        <p:xfrm>
          <a:off x="971600" y="2852936"/>
          <a:ext cx="1582737" cy="12969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57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2757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23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91486" marR="91486" marT="45737" marB="45737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pic>
        <p:nvPicPr>
          <p:cNvPr id="64518" name="Picture 6" descr="horizontal edge detector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227" y="2498837"/>
            <a:ext cx="5072432" cy="204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71600" y="4208765"/>
            <a:ext cx="1641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Horizontal Line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09895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Pooling</a:t>
            </a:r>
          </a:p>
          <a:p>
            <a:pPr lvl="1"/>
            <a:r>
              <a:rPr lang="en-US" altLang="ko-KR" dirty="0"/>
              <a:t>Subsampling from </a:t>
            </a:r>
            <a:r>
              <a:rPr lang="en-US" altLang="ko-KR" i="1" dirty="0"/>
              <a:t>m</a:t>
            </a:r>
            <a:r>
              <a:rPr lang="en-US" altLang="ko-KR" dirty="0"/>
              <a:t> by </a:t>
            </a:r>
            <a:r>
              <a:rPr lang="en-US" altLang="ko-KR" i="1" dirty="0"/>
              <a:t>m</a:t>
            </a:r>
            <a:r>
              <a:rPr lang="en-US" altLang="ko-KR" dirty="0"/>
              <a:t> pixels into 1 pixels</a:t>
            </a:r>
          </a:p>
          <a:p>
            <a:pPr lvl="1"/>
            <a:r>
              <a:rPr lang="en-US" altLang="ko-KR" dirty="0"/>
              <a:t>Max, averaging or </a:t>
            </a:r>
            <a:r>
              <a:rPr lang="en-US" altLang="ko-KR" dirty="0" err="1"/>
              <a:t>L</a:t>
            </a:r>
            <a:r>
              <a:rPr lang="en-US" altLang="ko-KR" baseline="30000" dirty="0" err="1"/>
              <a:t>p</a:t>
            </a:r>
            <a:r>
              <a:rPr lang="en-US" altLang="ko-KR" dirty="0"/>
              <a:t> pooling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sp>
        <p:nvSpPr>
          <p:cNvPr id="26" name="TextBox 25"/>
          <p:cNvSpPr txBox="1"/>
          <p:nvPr/>
        </p:nvSpPr>
        <p:spPr>
          <a:xfrm>
            <a:off x="2298758" y="5833003"/>
            <a:ext cx="1377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Feature map</a:t>
            </a:r>
            <a:endParaRPr lang="ko-KR" alt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6103145" y="5262300"/>
            <a:ext cx="13789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Subsampled </a:t>
            </a:r>
          </a:p>
          <a:p>
            <a:r>
              <a:rPr lang="en-US" altLang="ko-KR" sz="1600" dirty="0"/>
              <a:t>feature map</a:t>
            </a:r>
            <a:endParaRPr lang="ko-KR" altLang="en-US" sz="1600" dirty="0"/>
          </a:p>
        </p:txBody>
      </p:sp>
      <p:graphicFrame>
        <p:nvGraphicFramePr>
          <p:cNvPr id="9" name="내용 개체 틀 2">
            <a:extLst>
              <a:ext uri="{FF2B5EF4-FFF2-40B4-BE49-F238E27FC236}">
                <a16:creationId xmlns:a16="http://schemas.microsoft.com/office/drawing/2014/main" xmlns="" id="{8BDD31B1-7E2D-43AC-BCB5-90D87D2BC5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1462306"/>
              </p:ext>
            </p:extLst>
          </p:nvPr>
        </p:nvGraphicFramePr>
        <p:xfrm>
          <a:off x="1331640" y="2780928"/>
          <a:ext cx="3311536" cy="30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1558689701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246091739"/>
                  </a:ext>
                </a:extLst>
              </a:tr>
            </a:tbl>
          </a:graphicData>
        </a:graphic>
      </p:graphicFrame>
      <p:graphicFrame>
        <p:nvGraphicFramePr>
          <p:cNvPr id="11" name="내용 개체 틀 2">
            <a:extLst>
              <a:ext uri="{FF2B5EF4-FFF2-40B4-BE49-F238E27FC236}">
                <a16:creationId xmlns:a16="http://schemas.microsoft.com/office/drawing/2014/main" xmlns="" id="{DAA82B08-4EC1-4875-9844-94210FBC4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114568"/>
              </p:ext>
            </p:extLst>
          </p:nvPr>
        </p:nvGraphicFramePr>
        <p:xfrm>
          <a:off x="5964713" y="3356992"/>
          <a:ext cx="1655768" cy="1511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42">
                  <a:extLst>
                    <a:ext uri="{9D8B030D-6E8A-4147-A177-3AD203B41FA5}">
                      <a16:colId xmlns:a16="http://schemas.microsoft.com/office/drawing/2014/main" xmlns="" val="276263069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1394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79944314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91417" marR="91417" marT="45709" marB="45709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3833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Advantage of Pooling</a:t>
            </a:r>
          </a:p>
          <a:p>
            <a:pPr lvl="1"/>
            <a:r>
              <a:rPr lang="en-US" altLang="ko-KR" dirty="0"/>
              <a:t>Reducing the number of parameters</a:t>
            </a:r>
          </a:p>
          <a:p>
            <a:pPr lvl="1"/>
            <a:r>
              <a:rPr lang="en-US" altLang="ko-KR" dirty="0"/>
              <a:t>Generating more robust feature maps: Shift Invariant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11560" y="4921617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Shifted </a:t>
            </a:r>
          </a:p>
          <a:p>
            <a:r>
              <a:rPr lang="en-US" altLang="ko-KR" sz="1600" dirty="0"/>
              <a:t>Image</a:t>
            </a:r>
            <a:endParaRPr lang="ko-KR" altLang="en-US" sz="1600" dirty="0"/>
          </a:p>
        </p:txBody>
      </p:sp>
      <p:sp>
        <p:nvSpPr>
          <p:cNvPr id="23" name="TextBox 24"/>
          <p:cNvSpPr txBox="1"/>
          <p:nvPr/>
        </p:nvSpPr>
        <p:spPr>
          <a:xfrm>
            <a:off x="611560" y="3121417"/>
            <a:ext cx="941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Original</a:t>
            </a:r>
          </a:p>
          <a:p>
            <a:r>
              <a:rPr lang="en-US" altLang="ko-KR" sz="1600" dirty="0"/>
              <a:t>Image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1709DF35-AC88-4C02-BFD8-0787EB6D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392" y="2585609"/>
            <a:ext cx="5289123" cy="35103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04EA620-2A59-4AE3-925E-69D16FD875BA}"/>
              </a:ext>
            </a:extLst>
          </p:cNvPr>
          <p:cNvSpPr txBox="1"/>
          <p:nvPr/>
        </p:nvSpPr>
        <p:spPr>
          <a:xfrm>
            <a:off x="7168457" y="3789040"/>
            <a:ext cx="19159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/>
              <a:t>More </a:t>
            </a:r>
            <a:br>
              <a:rPr lang="en-US" altLang="ko-KR" sz="1800" dirty="0"/>
            </a:br>
            <a:r>
              <a:rPr lang="en-US" altLang="ko-KR" sz="1800" dirty="0"/>
              <a:t>non-zero values </a:t>
            </a:r>
            <a:br>
              <a:rPr lang="en-US" altLang="ko-KR" sz="1800" dirty="0"/>
            </a:br>
            <a:r>
              <a:rPr lang="en-US" altLang="ko-KR" sz="1800" dirty="0"/>
              <a:t>are matched !!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83815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Feature Extraction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20" name="텍스트 상자 19"/>
          <p:cNvSpPr txBox="1"/>
          <p:nvPr/>
        </p:nvSpPr>
        <p:spPr>
          <a:xfrm>
            <a:off x="4062718" y="3539212"/>
            <a:ext cx="492443" cy="144045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/>
              <a:t>Convolution</a:t>
            </a:r>
            <a:endParaRPr kumimoji="1" lang="ko-KR" altLang="en-US" dirty="0"/>
          </a:p>
        </p:txBody>
      </p:sp>
      <p:sp>
        <p:nvSpPr>
          <p:cNvPr id="21" name="직사각형 20"/>
          <p:cNvSpPr/>
          <p:nvPr/>
        </p:nvSpPr>
        <p:spPr bwMode="auto">
          <a:xfrm>
            <a:off x="3840888" y="3287334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텍스트 상자 21"/>
          <p:cNvSpPr txBox="1"/>
          <p:nvPr/>
        </p:nvSpPr>
        <p:spPr>
          <a:xfrm>
            <a:off x="5069136" y="3605736"/>
            <a:ext cx="492443" cy="130740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 dirty="0"/>
              <a:t>Threshold</a:t>
            </a:r>
            <a:endParaRPr kumimoji="1" lang="ko-KR" altLang="en-US" dirty="0"/>
          </a:p>
        </p:txBody>
      </p:sp>
      <p:sp>
        <p:nvSpPr>
          <p:cNvPr id="23" name="직사각형 22"/>
          <p:cNvSpPr/>
          <p:nvPr/>
        </p:nvSpPr>
        <p:spPr bwMode="auto">
          <a:xfrm>
            <a:off x="4860032" y="3287333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텍스트 상자 23"/>
          <p:cNvSpPr txBox="1"/>
          <p:nvPr/>
        </p:nvSpPr>
        <p:spPr>
          <a:xfrm>
            <a:off x="6098064" y="3487729"/>
            <a:ext cx="492443" cy="166968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 dirty="0"/>
              <a:t>Sub-sampling</a:t>
            </a:r>
            <a:endParaRPr kumimoji="1" lang="ko-KR" altLang="en-US" dirty="0"/>
          </a:p>
        </p:txBody>
      </p:sp>
      <p:sp>
        <p:nvSpPr>
          <p:cNvPr id="25" name="직사각형 24"/>
          <p:cNvSpPr/>
          <p:nvPr/>
        </p:nvSpPr>
        <p:spPr bwMode="auto">
          <a:xfrm>
            <a:off x="5868144" y="3287333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오른쪽 화살표[R] 26"/>
          <p:cNvSpPr/>
          <p:nvPr/>
        </p:nvSpPr>
        <p:spPr bwMode="auto">
          <a:xfrm>
            <a:off x="3303828" y="4079421"/>
            <a:ext cx="360040" cy="359989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오른쪽 화살표[R] 27"/>
          <p:cNvSpPr/>
          <p:nvPr/>
        </p:nvSpPr>
        <p:spPr bwMode="auto">
          <a:xfrm>
            <a:off x="6948264" y="4079472"/>
            <a:ext cx="360040" cy="359989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TextBox 25"/>
          <p:cNvSpPr txBox="1"/>
          <p:nvPr/>
        </p:nvSpPr>
        <p:spPr>
          <a:xfrm>
            <a:off x="7262600" y="5322694"/>
            <a:ext cx="1377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Feature map</a:t>
            </a:r>
            <a:endParaRPr lang="ko-KR" altLang="en-US" sz="1600" dirty="0"/>
          </a:p>
        </p:txBody>
      </p:sp>
      <p:sp>
        <p:nvSpPr>
          <p:cNvPr id="30" name="TextBox 26"/>
          <p:cNvSpPr txBox="1"/>
          <p:nvPr/>
        </p:nvSpPr>
        <p:spPr>
          <a:xfrm>
            <a:off x="1431620" y="5322694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Image</a:t>
            </a:r>
            <a:endParaRPr lang="ko-KR" alt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689F6F51-732D-4A7C-968B-2C099133B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34" y="3297183"/>
            <a:ext cx="2158440" cy="20000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34F487BD-0CFB-4E6A-8E6D-1C3E31A4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639" y="3738901"/>
            <a:ext cx="1071006" cy="100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61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Feature map is also an image</a:t>
            </a:r>
          </a:p>
          <a:p>
            <a:pPr lvl="1"/>
            <a:r>
              <a:rPr kumimoji="1" lang="en-US" altLang="ko-KR" dirty="0"/>
              <a:t>We can extract many different feature maps</a:t>
            </a:r>
          </a:p>
          <a:p>
            <a:pPr lvl="1"/>
            <a:r>
              <a:rPr kumimoji="1" lang="en-US" altLang="ko-KR" dirty="0"/>
              <a:t>If we can cascade this step many times, we can have a higher feature map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sp>
        <p:nvSpPr>
          <p:cNvPr id="7" name="텍스트 상자 6"/>
          <p:cNvSpPr txBox="1"/>
          <p:nvPr/>
        </p:nvSpPr>
        <p:spPr>
          <a:xfrm>
            <a:off x="4062718" y="3539212"/>
            <a:ext cx="492443" cy="144045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/>
              <a:t>Convolution</a:t>
            </a:r>
            <a:endParaRPr kumimoji="1" lang="ko-KR" altLang="en-US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3840888" y="3287334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텍스트 상자 8"/>
          <p:cNvSpPr txBox="1"/>
          <p:nvPr/>
        </p:nvSpPr>
        <p:spPr>
          <a:xfrm>
            <a:off x="5069136" y="3605736"/>
            <a:ext cx="492443" cy="130740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 dirty="0"/>
              <a:t>Threshold</a:t>
            </a:r>
            <a:endParaRPr kumimoji="1" lang="ko-KR" altLang="en-US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4860032" y="3287333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텍스트 상자 10"/>
          <p:cNvSpPr txBox="1"/>
          <p:nvPr/>
        </p:nvSpPr>
        <p:spPr>
          <a:xfrm>
            <a:off x="6098064" y="3487729"/>
            <a:ext cx="492443" cy="166968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ko-KR" dirty="0"/>
              <a:t>Sub-sampling</a:t>
            </a:r>
            <a:endParaRPr kumimoji="1" lang="ko-KR" altLang="en-US" dirty="0"/>
          </a:p>
        </p:txBody>
      </p:sp>
      <p:sp>
        <p:nvSpPr>
          <p:cNvPr id="12" name="직사각형 11"/>
          <p:cNvSpPr/>
          <p:nvPr/>
        </p:nvSpPr>
        <p:spPr bwMode="auto">
          <a:xfrm>
            <a:off x="5868144" y="3287333"/>
            <a:ext cx="936104" cy="1944216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오른쪽 화살표[R] 14"/>
          <p:cNvSpPr/>
          <p:nvPr/>
        </p:nvSpPr>
        <p:spPr bwMode="auto">
          <a:xfrm>
            <a:off x="3303828" y="4079421"/>
            <a:ext cx="360040" cy="359989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오른쪽 화살표[R] 15"/>
          <p:cNvSpPr/>
          <p:nvPr/>
        </p:nvSpPr>
        <p:spPr bwMode="auto">
          <a:xfrm>
            <a:off x="6948264" y="4079472"/>
            <a:ext cx="360040" cy="359989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TextBox 25"/>
          <p:cNvSpPr txBox="1"/>
          <p:nvPr/>
        </p:nvSpPr>
        <p:spPr>
          <a:xfrm>
            <a:off x="7262600" y="5322694"/>
            <a:ext cx="13773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Feature map</a:t>
            </a:r>
            <a:endParaRPr lang="ko-KR" altLang="en-US" sz="1600" dirty="0"/>
          </a:p>
        </p:txBody>
      </p:sp>
      <p:sp>
        <p:nvSpPr>
          <p:cNvPr id="18" name="TextBox 26"/>
          <p:cNvSpPr txBox="1"/>
          <p:nvPr/>
        </p:nvSpPr>
        <p:spPr>
          <a:xfrm>
            <a:off x="1431620" y="5322694"/>
            <a:ext cx="782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/>
              <a:t>Image</a:t>
            </a:r>
            <a:endParaRPr lang="ko-KR" altLang="en-US" sz="1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7EE19B67-CBEF-454E-BBFB-4388CA42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34" y="3297183"/>
            <a:ext cx="2158440" cy="200002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9C270FF5-3C96-4859-A86D-FA9B1BD07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639" y="3738901"/>
            <a:ext cx="1071006" cy="100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20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 dirty="0"/>
              <a:t>Structure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sp>
        <p:nvSpPr>
          <p:cNvPr id="9" name="직사각형 8"/>
          <p:cNvSpPr/>
          <p:nvPr/>
        </p:nvSpPr>
        <p:spPr bwMode="auto">
          <a:xfrm>
            <a:off x="251520" y="3513198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lang="en-US" altLang="ko-KR" sz="1600" dirty="0"/>
              <a:t>Image</a:t>
            </a:r>
            <a:endParaRPr kumimoji="1" lang="ko-KR" altLang="en-US" sz="160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1403648" y="1844824"/>
            <a:ext cx="3172705" cy="2030371"/>
            <a:chOff x="1403648" y="1988840"/>
            <a:chExt cx="3172705" cy="2030371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1988840"/>
              <a:ext cx="1141065" cy="1299059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 bwMode="auto">
            <a:xfrm>
              <a:off x="3424225" y="2279532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1</a:t>
              </a:r>
              <a:endParaRPr kumimoji="1" lang="ko-KR" altLang="en-US" sz="1600" dirty="0"/>
            </a:p>
          </p:txBody>
        </p:sp>
        <p:cxnSp>
          <p:nvCxnSpPr>
            <p:cNvPr id="19" name="직선 화살표 연결선 18"/>
            <p:cNvCxnSpPr>
              <a:stCxn id="9" idx="3"/>
              <a:endCxn id="5" idx="1"/>
            </p:cNvCxnSpPr>
            <p:nvPr/>
          </p:nvCxnSpPr>
          <p:spPr bwMode="auto">
            <a:xfrm flipV="1">
              <a:off x="1403648" y="2638370"/>
              <a:ext cx="432048" cy="1380841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27" name="직선 화살표 연결선 26"/>
            <p:cNvCxnSpPr>
              <a:stCxn id="5" idx="3"/>
              <a:endCxn id="8" idx="1"/>
            </p:cNvCxnSpPr>
            <p:nvPr/>
          </p:nvCxnSpPr>
          <p:spPr bwMode="auto">
            <a:xfrm>
              <a:off x="2976761" y="2638370"/>
              <a:ext cx="447464" cy="3159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13" name="그룹 12"/>
          <p:cNvGrpSpPr/>
          <p:nvPr/>
        </p:nvGrpSpPr>
        <p:grpSpPr>
          <a:xfrm>
            <a:off x="1403648" y="3214780"/>
            <a:ext cx="3164736" cy="1299059"/>
            <a:chOff x="1403648" y="3358796"/>
            <a:chExt cx="3164736" cy="1299059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3358796"/>
              <a:ext cx="1141065" cy="1299059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 bwMode="auto">
            <a:xfrm>
              <a:off x="3416256" y="3641111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2</a:t>
              </a:r>
              <a:endParaRPr kumimoji="1" lang="ko-KR" altLang="en-US" sz="1600" dirty="0"/>
            </a:p>
          </p:txBody>
        </p:sp>
        <p:cxnSp>
          <p:nvCxnSpPr>
            <p:cNvPr id="20" name="직선 화살표 연결선 19"/>
            <p:cNvCxnSpPr>
              <a:stCxn id="9" idx="3"/>
              <a:endCxn id="6" idx="1"/>
            </p:cNvCxnSpPr>
            <p:nvPr/>
          </p:nvCxnSpPr>
          <p:spPr bwMode="auto">
            <a:xfrm flipV="1">
              <a:off x="1403648" y="4008326"/>
              <a:ext cx="432048" cy="10885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0" name="직선 화살표 연결선 29"/>
            <p:cNvCxnSpPr>
              <a:stCxn id="6" idx="3"/>
              <a:endCxn id="10" idx="1"/>
            </p:cNvCxnSpPr>
            <p:nvPr/>
          </p:nvCxnSpPr>
          <p:spPr bwMode="auto">
            <a:xfrm flipV="1">
              <a:off x="2976761" y="4003108"/>
              <a:ext cx="439495" cy="5218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14" name="그룹 13"/>
          <p:cNvGrpSpPr/>
          <p:nvPr/>
        </p:nvGrpSpPr>
        <p:grpSpPr>
          <a:xfrm>
            <a:off x="1403648" y="3875195"/>
            <a:ext cx="3168352" cy="2362117"/>
            <a:chOff x="1403648" y="4019211"/>
            <a:chExt cx="3168352" cy="2362117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5" y="5082269"/>
              <a:ext cx="1141065" cy="1299059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 bwMode="auto">
            <a:xfrm>
              <a:off x="3419872" y="5369303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3</a:t>
              </a:r>
              <a:endParaRPr kumimoji="1" lang="ko-KR" altLang="en-US" sz="1600" dirty="0"/>
            </a:p>
          </p:txBody>
        </p:sp>
        <p:cxnSp>
          <p:nvCxnSpPr>
            <p:cNvPr id="23" name="직선 화살표 연결선 22"/>
            <p:cNvCxnSpPr>
              <a:stCxn id="9" idx="3"/>
              <a:endCxn id="7" idx="1"/>
            </p:cNvCxnSpPr>
            <p:nvPr/>
          </p:nvCxnSpPr>
          <p:spPr bwMode="auto">
            <a:xfrm>
              <a:off x="1403648" y="4019211"/>
              <a:ext cx="432047" cy="1712588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3" name="직선 화살표 연결선 32"/>
            <p:cNvCxnSpPr>
              <a:stCxn id="7" idx="3"/>
              <a:endCxn id="11" idx="1"/>
            </p:cNvCxnSpPr>
            <p:nvPr/>
          </p:nvCxnSpPr>
          <p:spPr bwMode="auto">
            <a:xfrm flipV="1">
              <a:off x="2976760" y="5731300"/>
              <a:ext cx="443112" cy="499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8411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ko-KR"/>
              <a:t>Structure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847019"/>
            <a:ext cx="1141065" cy="129905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216975"/>
            <a:ext cx="1141065" cy="129905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5" y="4940448"/>
            <a:ext cx="1141065" cy="129905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 bwMode="auto">
          <a:xfrm>
            <a:off x="3274472" y="3248631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1</a:t>
            </a:r>
            <a:endParaRPr kumimoji="1" lang="ko-KR" altLang="en-US" sz="1600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251520" y="3515393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lang="en-US" altLang="ko-KR" sz="1600" dirty="0"/>
              <a:t>Image</a:t>
            </a:r>
            <a:endParaRPr kumimoji="1" lang="ko-KR" altLang="en-US" sz="1600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3416256" y="3499290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2</a:t>
            </a:r>
            <a:endParaRPr kumimoji="1" lang="ko-KR" altLang="en-US" sz="1600" dirty="0"/>
          </a:p>
        </p:txBody>
      </p:sp>
      <p:sp>
        <p:nvSpPr>
          <p:cNvPr id="11" name="직사각형 10"/>
          <p:cNvSpPr/>
          <p:nvPr/>
        </p:nvSpPr>
        <p:spPr bwMode="auto">
          <a:xfrm>
            <a:off x="3596154" y="3735957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n</a:t>
            </a:r>
            <a:endParaRPr kumimoji="1" lang="ko-KR" altLang="en-US" sz="1600" dirty="0"/>
          </a:p>
        </p:txBody>
      </p:sp>
      <p:cxnSp>
        <p:nvCxnSpPr>
          <p:cNvPr id="19" name="직선 화살표 연결선 18"/>
          <p:cNvCxnSpPr>
            <a:stCxn id="9" idx="3"/>
            <a:endCxn id="5" idx="1"/>
          </p:cNvCxnSpPr>
          <p:nvPr/>
        </p:nvCxnSpPr>
        <p:spPr bwMode="auto">
          <a:xfrm flipV="1">
            <a:off x="1403648" y="2496549"/>
            <a:ext cx="432048" cy="13808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0" name="직선 화살표 연결선 19"/>
          <p:cNvCxnSpPr>
            <a:stCxn id="9" idx="3"/>
            <a:endCxn id="6" idx="1"/>
          </p:cNvCxnSpPr>
          <p:nvPr/>
        </p:nvCxnSpPr>
        <p:spPr bwMode="auto">
          <a:xfrm flipV="1">
            <a:off x="1403648" y="3866505"/>
            <a:ext cx="432048" cy="10885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3" name="직선 화살표 연결선 22"/>
          <p:cNvCxnSpPr>
            <a:stCxn id="9" idx="3"/>
            <a:endCxn id="7" idx="1"/>
          </p:cNvCxnSpPr>
          <p:nvPr/>
        </p:nvCxnSpPr>
        <p:spPr bwMode="auto">
          <a:xfrm>
            <a:off x="1403648" y="3877390"/>
            <a:ext cx="432047" cy="1712588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7" name="직선 화살표 연결선 26"/>
          <p:cNvCxnSpPr>
            <a:stCxn id="5" idx="3"/>
            <a:endCxn id="8" idx="1"/>
          </p:cNvCxnSpPr>
          <p:nvPr/>
        </p:nvCxnSpPr>
        <p:spPr bwMode="auto">
          <a:xfrm>
            <a:off x="2976761" y="2496549"/>
            <a:ext cx="297711" cy="1114079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0" name="직선 화살표 연결선 29"/>
          <p:cNvCxnSpPr>
            <a:stCxn id="6" idx="3"/>
            <a:endCxn id="10" idx="1"/>
          </p:cNvCxnSpPr>
          <p:nvPr/>
        </p:nvCxnSpPr>
        <p:spPr bwMode="auto">
          <a:xfrm flipV="1">
            <a:off x="2976761" y="3861287"/>
            <a:ext cx="439495" cy="5218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33" name="직선 화살표 연결선 32"/>
          <p:cNvCxnSpPr>
            <a:stCxn id="7" idx="3"/>
            <a:endCxn id="11" idx="1"/>
          </p:cNvCxnSpPr>
          <p:nvPr/>
        </p:nvCxnSpPr>
        <p:spPr bwMode="auto">
          <a:xfrm flipV="1">
            <a:off x="2976760" y="4097954"/>
            <a:ext cx="619394" cy="1492024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15" name="그룹 14"/>
          <p:cNvGrpSpPr/>
          <p:nvPr/>
        </p:nvGrpSpPr>
        <p:grpSpPr>
          <a:xfrm>
            <a:off x="4860880" y="1761930"/>
            <a:ext cx="3189506" cy="1971252"/>
            <a:chOff x="4860880" y="1903751"/>
            <a:chExt cx="3189506" cy="1971252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2913" y="1903751"/>
              <a:ext cx="1141065" cy="1299059"/>
            </a:xfrm>
            <a:prstGeom prst="rect">
              <a:avLst/>
            </a:prstGeom>
          </p:spPr>
        </p:pic>
        <p:sp>
          <p:nvSpPr>
            <p:cNvPr id="24" name="직사각형 23"/>
            <p:cNvSpPr/>
            <p:nvPr/>
          </p:nvSpPr>
          <p:spPr bwMode="auto">
            <a:xfrm>
              <a:off x="6898258" y="2191283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kumimoji="1" lang="en-US" altLang="ko-KR" sz="1600" dirty="0"/>
                <a:t>Higher</a:t>
              </a:r>
            </a:p>
            <a:p>
              <a:pPr algn="ctr"/>
              <a:r>
                <a:rPr kumimoji="1"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1</a:t>
              </a:r>
              <a:endParaRPr kumimoji="1" lang="ko-KR" altLang="en-US" sz="1600" dirty="0"/>
            </a:p>
          </p:txBody>
        </p:sp>
        <p:cxnSp>
          <p:nvCxnSpPr>
            <p:cNvPr id="28" name="직선 화살표 연결선 27"/>
            <p:cNvCxnSpPr>
              <a:endCxn id="18" idx="1"/>
            </p:cNvCxnSpPr>
            <p:nvPr/>
          </p:nvCxnSpPr>
          <p:spPr bwMode="auto">
            <a:xfrm flipV="1">
              <a:off x="4860880" y="2553281"/>
              <a:ext cx="462033" cy="1321722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4" name="직선 화살표 연결선 33"/>
            <p:cNvCxnSpPr/>
            <p:nvPr/>
          </p:nvCxnSpPr>
          <p:spPr bwMode="auto">
            <a:xfrm flipV="1">
              <a:off x="6448138" y="2548061"/>
              <a:ext cx="439495" cy="5218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16" name="그룹 15"/>
          <p:cNvGrpSpPr/>
          <p:nvPr/>
        </p:nvGrpSpPr>
        <p:grpSpPr>
          <a:xfrm>
            <a:off x="4854444" y="3071155"/>
            <a:ext cx="3200217" cy="1299059"/>
            <a:chOff x="4854444" y="3212976"/>
            <a:chExt cx="3200217" cy="1299059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2913" y="3212976"/>
              <a:ext cx="1141065" cy="1299059"/>
            </a:xfrm>
            <a:prstGeom prst="rect">
              <a:avLst/>
            </a:prstGeom>
          </p:spPr>
        </p:pic>
        <p:sp>
          <p:nvSpPr>
            <p:cNvPr id="25" name="직사각형 24"/>
            <p:cNvSpPr/>
            <p:nvPr/>
          </p:nvSpPr>
          <p:spPr bwMode="auto">
            <a:xfrm>
              <a:off x="6902533" y="3515781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ko-KR" sz="1600" dirty="0"/>
                <a:t>Higher</a:t>
              </a:r>
            </a:p>
            <a:p>
              <a:pPr algn="ctr"/>
              <a:r>
                <a:rPr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2</a:t>
              </a:r>
              <a:endParaRPr lang="ko-KR" altLang="en-US" sz="1600" dirty="0"/>
            </a:p>
          </p:txBody>
        </p:sp>
        <p:cxnSp>
          <p:nvCxnSpPr>
            <p:cNvPr id="29" name="직선 화살표 연결선 28"/>
            <p:cNvCxnSpPr/>
            <p:nvPr/>
          </p:nvCxnSpPr>
          <p:spPr bwMode="auto">
            <a:xfrm>
              <a:off x="4854444" y="3875003"/>
              <a:ext cx="432048" cy="1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5" name="직선 화살표 연결선 34"/>
            <p:cNvCxnSpPr/>
            <p:nvPr/>
          </p:nvCxnSpPr>
          <p:spPr bwMode="auto">
            <a:xfrm flipV="1">
              <a:off x="6452503" y="3875003"/>
              <a:ext cx="439495" cy="5218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17" name="그룹 16"/>
          <p:cNvGrpSpPr/>
          <p:nvPr/>
        </p:nvGrpSpPr>
        <p:grpSpPr>
          <a:xfrm>
            <a:off x="4863428" y="3733773"/>
            <a:ext cx="3186957" cy="2365684"/>
            <a:chOff x="4863428" y="3875594"/>
            <a:chExt cx="3186957" cy="2365684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22912" y="4942219"/>
              <a:ext cx="1141065" cy="1299059"/>
            </a:xfrm>
            <a:prstGeom prst="rect">
              <a:avLst/>
            </a:prstGeom>
          </p:spPr>
        </p:pic>
        <p:sp>
          <p:nvSpPr>
            <p:cNvPr id="26" name="직사각형 25"/>
            <p:cNvSpPr/>
            <p:nvPr/>
          </p:nvSpPr>
          <p:spPr bwMode="auto">
            <a:xfrm>
              <a:off x="6898257" y="5162644"/>
              <a:ext cx="1152128" cy="723993"/>
            </a:xfrm>
            <a:prstGeom prst="rect">
              <a:avLst/>
            </a:prstGeom>
            <a:solidFill>
              <a:srgbClr val="EDF7F9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lg" len="lg"/>
            </a:ln>
            <a:effectLst/>
          </p:spPr>
          <p:txBody>
            <a:bodyPr rtlCol="0" anchor="ctr"/>
            <a:lstStyle/>
            <a:p>
              <a:pPr algn="ctr"/>
              <a:r>
                <a:rPr lang="en-US" altLang="ko-KR" sz="1600" dirty="0"/>
                <a:t>Higher</a:t>
              </a:r>
            </a:p>
            <a:p>
              <a:pPr algn="ctr"/>
              <a:r>
                <a:rPr lang="en-US" altLang="ko-KR" sz="1600" dirty="0"/>
                <a:t>Feature</a:t>
              </a:r>
            </a:p>
            <a:p>
              <a:pPr algn="ctr"/>
              <a:r>
                <a:rPr lang="en-US" altLang="ko-KR" sz="1600" dirty="0"/>
                <a:t>Map m</a:t>
              </a:r>
              <a:endParaRPr lang="ko-KR" altLang="en-US" sz="1600" dirty="0"/>
            </a:p>
          </p:txBody>
        </p:sp>
        <p:cxnSp>
          <p:nvCxnSpPr>
            <p:cNvPr id="32" name="직선 화살표 연결선 31"/>
            <p:cNvCxnSpPr/>
            <p:nvPr/>
          </p:nvCxnSpPr>
          <p:spPr bwMode="auto">
            <a:xfrm>
              <a:off x="4863428" y="3875594"/>
              <a:ext cx="432047" cy="1723474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직선 화살표 연결선 35"/>
            <p:cNvCxnSpPr/>
            <p:nvPr/>
          </p:nvCxnSpPr>
          <p:spPr bwMode="auto">
            <a:xfrm flipV="1">
              <a:off x="6464073" y="5547405"/>
              <a:ext cx="439495" cy="5218"/>
            </a:xfrm>
            <a:prstGeom prst="straightConnector1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63530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내용 개체 틀 2"/>
          <p:cNvSpPr>
            <a:spLocks noGrp="1"/>
          </p:cNvSpPr>
          <p:nvPr>
            <p:ph idx="1"/>
          </p:nvPr>
        </p:nvSpPr>
        <p:spPr>
          <a:xfrm>
            <a:off x="685800" y="1268413"/>
            <a:ext cx="7772400" cy="4827587"/>
          </a:xfrm>
        </p:spPr>
        <p:txBody>
          <a:bodyPr/>
          <a:lstStyle/>
          <a:p>
            <a:r>
              <a:rPr kumimoji="1" lang="en-US" altLang="ko-KR" dirty="0"/>
              <a:t>Structure</a:t>
            </a:r>
            <a:endParaRPr kumimoji="1"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sp>
        <p:nvSpPr>
          <p:cNvPr id="8" name="직사각형 7"/>
          <p:cNvSpPr/>
          <p:nvPr/>
        </p:nvSpPr>
        <p:spPr bwMode="auto">
          <a:xfrm>
            <a:off x="1991985" y="2321020"/>
            <a:ext cx="1152128" cy="723993"/>
          </a:xfrm>
          <a:prstGeom prst="rect">
            <a:avLst/>
          </a:prstGeom>
          <a:solidFill>
            <a:srgbClr val="0066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1</a:t>
            </a:r>
            <a:endParaRPr kumimoji="1" lang="ko-KR" altLang="en-US" sz="1600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395536" y="3114412"/>
            <a:ext cx="1152128" cy="723993"/>
          </a:xfrm>
          <a:prstGeom prst="rect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lang="en-US" altLang="ko-KR" sz="1600" dirty="0"/>
              <a:t>Image</a:t>
            </a:r>
            <a:endParaRPr kumimoji="1" lang="ko-KR" altLang="en-US" sz="1600" dirty="0"/>
          </a:p>
        </p:txBody>
      </p:sp>
      <p:sp>
        <p:nvSpPr>
          <p:cNvPr id="10" name="직사각형 9"/>
          <p:cNvSpPr/>
          <p:nvPr/>
        </p:nvSpPr>
        <p:spPr bwMode="auto">
          <a:xfrm>
            <a:off x="2123155" y="2969092"/>
            <a:ext cx="1152128" cy="723993"/>
          </a:xfrm>
          <a:prstGeom prst="rect">
            <a:avLst/>
          </a:prstGeom>
          <a:solidFill>
            <a:srgbClr val="FFFFA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2</a:t>
            </a:r>
            <a:endParaRPr kumimoji="1" lang="ko-KR" altLang="en-US" sz="1600" dirty="0"/>
          </a:p>
        </p:txBody>
      </p:sp>
      <p:sp>
        <p:nvSpPr>
          <p:cNvPr id="11" name="직사각형 10"/>
          <p:cNvSpPr/>
          <p:nvPr/>
        </p:nvSpPr>
        <p:spPr bwMode="auto">
          <a:xfrm>
            <a:off x="2235871" y="3617164"/>
            <a:ext cx="1152128" cy="723993"/>
          </a:xfrm>
          <a:prstGeom prst="rect">
            <a:avLst/>
          </a:prstGeom>
          <a:solidFill>
            <a:srgbClr val="F2C8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r>
              <a:rPr kumimoji="1" lang="en-US" altLang="ko-KR" sz="1600" dirty="0"/>
              <a:t>Feature</a:t>
            </a:r>
          </a:p>
          <a:p>
            <a:pPr algn="ctr"/>
            <a:r>
              <a:rPr lang="en-US" altLang="ko-KR" sz="1600" dirty="0"/>
              <a:t>Map n</a:t>
            </a:r>
            <a:endParaRPr kumimoji="1" lang="ko-KR" altLang="en-US" sz="1600" dirty="0"/>
          </a:p>
        </p:txBody>
      </p:sp>
      <p:cxnSp>
        <p:nvCxnSpPr>
          <p:cNvPr id="13" name="직선 화살표 연결선 12"/>
          <p:cNvCxnSpPr>
            <a:stCxn id="9" idx="3"/>
            <a:endCxn id="8" idx="1"/>
          </p:cNvCxnSpPr>
          <p:nvPr/>
        </p:nvCxnSpPr>
        <p:spPr bwMode="auto">
          <a:xfrm flipV="1">
            <a:off x="1547664" y="2683017"/>
            <a:ext cx="444321" cy="793392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4" name="직선 화살표 연결선 13"/>
          <p:cNvCxnSpPr>
            <a:stCxn id="9" idx="3"/>
            <a:endCxn id="10" idx="1"/>
          </p:cNvCxnSpPr>
          <p:nvPr/>
        </p:nvCxnSpPr>
        <p:spPr bwMode="auto">
          <a:xfrm flipV="1">
            <a:off x="1547664" y="3331089"/>
            <a:ext cx="575491" cy="14532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388" name="직선 화살표 연결선 387"/>
          <p:cNvCxnSpPr>
            <a:stCxn id="9" idx="3"/>
            <a:endCxn id="11" idx="1"/>
          </p:cNvCxnSpPr>
          <p:nvPr/>
        </p:nvCxnSpPr>
        <p:spPr bwMode="auto">
          <a:xfrm>
            <a:off x="1547664" y="3476409"/>
            <a:ext cx="688207" cy="502752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401" name="직사각형 400"/>
          <p:cNvSpPr/>
          <p:nvPr/>
        </p:nvSpPr>
        <p:spPr bwMode="auto">
          <a:xfrm>
            <a:off x="3491880" y="2465036"/>
            <a:ext cx="623746" cy="455063"/>
          </a:xfrm>
          <a:prstGeom prst="rect">
            <a:avLst/>
          </a:prstGeom>
          <a:solidFill>
            <a:srgbClr val="0066FF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02" name="직사각형 401"/>
          <p:cNvSpPr/>
          <p:nvPr/>
        </p:nvSpPr>
        <p:spPr bwMode="auto">
          <a:xfrm>
            <a:off x="3602995" y="3094006"/>
            <a:ext cx="623746" cy="455063"/>
          </a:xfrm>
          <a:prstGeom prst="rect">
            <a:avLst/>
          </a:prstGeom>
          <a:solidFill>
            <a:srgbClr val="FFFFA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03" name="직사각형 402"/>
          <p:cNvSpPr/>
          <p:nvPr/>
        </p:nvSpPr>
        <p:spPr bwMode="auto">
          <a:xfrm>
            <a:off x="3756438" y="3752586"/>
            <a:ext cx="623746" cy="455063"/>
          </a:xfrm>
          <a:prstGeom prst="rect">
            <a:avLst/>
          </a:prstGeom>
          <a:solidFill>
            <a:srgbClr val="F2C8C7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cxnSp>
        <p:nvCxnSpPr>
          <p:cNvPr id="404" name="직선 화살표 연결선 403"/>
          <p:cNvCxnSpPr>
            <a:stCxn id="8" idx="3"/>
            <a:endCxn id="401" idx="1"/>
          </p:cNvCxnSpPr>
          <p:nvPr/>
        </p:nvCxnSpPr>
        <p:spPr bwMode="auto">
          <a:xfrm>
            <a:off x="3144113" y="2683017"/>
            <a:ext cx="347767" cy="955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07" name="직선 화살표 연결선 406"/>
          <p:cNvCxnSpPr>
            <a:stCxn id="10" idx="3"/>
            <a:endCxn id="402" idx="1"/>
          </p:cNvCxnSpPr>
          <p:nvPr/>
        </p:nvCxnSpPr>
        <p:spPr bwMode="auto">
          <a:xfrm flipV="1">
            <a:off x="3275283" y="3321538"/>
            <a:ext cx="327712" cy="955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10" name="직선 화살표 연결선 409"/>
          <p:cNvCxnSpPr>
            <a:stCxn id="11" idx="3"/>
            <a:endCxn id="403" idx="1"/>
          </p:cNvCxnSpPr>
          <p:nvPr/>
        </p:nvCxnSpPr>
        <p:spPr bwMode="auto">
          <a:xfrm>
            <a:off x="3387999" y="3979161"/>
            <a:ext cx="368439" cy="95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413" name="오른쪽 중괄호[R] 412"/>
          <p:cNvSpPr/>
          <p:nvPr/>
        </p:nvSpPr>
        <p:spPr bwMode="auto">
          <a:xfrm rot="21304585">
            <a:off x="4382530" y="2774825"/>
            <a:ext cx="211496" cy="1197466"/>
          </a:xfrm>
          <a:prstGeom prst="rightBrace">
            <a:avLst>
              <a:gd name="adj1" fmla="val 33292"/>
              <a:gd name="adj2" fmla="val 50267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4" name="직사각형 413"/>
          <p:cNvSpPr/>
          <p:nvPr/>
        </p:nvSpPr>
        <p:spPr bwMode="auto">
          <a:xfrm>
            <a:off x="4784599" y="1888972"/>
            <a:ext cx="623746" cy="455063"/>
          </a:xfrm>
          <a:prstGeom prst="rect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15" name="직사각형 414"/>
          <p:cNvSpPr/>
          <p:nvPr/>
        </p:nvSpPr>
        <p:spPr bwMode="auto">
          <a:xfrm>
            <a:off x="4873088" y="2177004"/>
            <a:ext cx="623746" cy="455063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16" name="직사각형 415"/>
          <p:cNvSpPr/>
          <p:nvPr/>
        </p:nvSpPr>
        <p:spPr bwMode="auto">
          <a:xfrm>
            <a:off x="4967437" y="2465036"/>
            <a:ext cx="623746" cy="455063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17" name="직사각형 416"/>
          <p:cNvSpPr/>
          <p:nvPr/>
        </p:nvSpPr>
        <p:spPr bwMode="auto">
          <a:xfrm>
            <a:off x="5039445" y="2767958"/>
            <a:ext cx="623746" cy="455063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18" name="직사각형 417"/>
          <p:cNvSpPr/>
          <p:nvPr/>
        </p:nvSpPr>
        <p:spPr bwMode="auto">
          <a:xfrm>
            <a:off x="5111453" y="3054990"/>
            <a:ext cx="623746" cy="455063"/>
          </a:xfrm>
          <a:prstGeom prst="rect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19" name="직사각형 418"/>
          <p:cNvSpPr/>
          <p:nvPr/>
        </p:nvSpPr>
        <p:spPr bwMode="auto">
          <a:xfrm>
            <a:off x="5183461" y="3378125"/>
            <a:ext cx="623746" cy="455063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20" name="직사각형 419"/>
          <p:cNvSpPr/>
          <p:nvPr/>
        </p:nvSpPr>
        <p:spPr bwMode="auto">
          <a:xfrm>
            <a:off x="5255469" y="3666157"/>
            <a:ext cx="623746" cy="455063"/>
          </a:xfrm>
          <a:prstGeom prst="rect">
            <a:avLst/>
          </a:prstGeom>
          <a:solidFill>
            <a:srgbClr val="00B0F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21" name="직사각형 420"/>
          <p:cNvSpPr/>
          <p:nvPr/>
        </p:nvSpPr>
        <p:spPr bwMode="auto">
          <a:xfrm>
            <a:off x="5327477" y="3977204"/>
            <a:ext cx="623746" cy="455063"/>
          </a:xfrm>
          <a:prstGeom prst="rect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22" name="직사각형 421"/>
          <p:cNvSpPr/>
          <p:nvPr/>
        </p:nvSpPr>
        <p:spPr bwMode="auto">
          <a:xfrm>
            <a:off x="5399485" y="4265236"/>
            <a:ext cx="623746" cy="455063"/>
          </a:xfrm>
          <a:prstGeom prst="rect">
            <a:avLst/>
          </a:prstGeom>
          <a:solidFill>
            <a:srgbClr val="7030A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cxnSp>
        <p:nvCxnSpPr>
          <p:cNvPr id="424" name="직선 화살표 연결선 423"/>
          <p:cNvCxnSpPr>
            <a:stCxn id="413" idx="1"/>
            <a:endCxn id="422" idx="1"/>
          </p:cNvCxnSpPr>
          <p:nvPr/>
        </p:nvCxnSpPr>
        <p:spPr bwMode="auto">
          <a:xfrm>
            <a:off x="4593910" y="3367667"/>
            <a:ext cx="805575" cy="112510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27" name="직선 화살표 연결선 426"/>
          <p:cNvCxnSpPr>
            <a:stCxn id="413" idx="1"/>
            <a:endCxn id="421" idx="1"/>
          </p:cNvCxnSpPr>
          <p:nvPr/>
        </p:nvCxnSpPr>
        <p:spPr bwMode="auto">
          <a:xfrm>
            <a:off x="4593910" y="3367667"/>
            <a:ext cx="733567" cy="837069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30" name="직선 화살표 연결선 429"/>
          <p:cNvCxnSpPr>
            <a:stCxn id="413" idx="1"/>
            <a:endCxn id="414" idx="1"/>
          </p:cNvCxnSpPr>
          <p:nvPr/>
        </p:nvCxnSpPr>
        <p:spPr bwMode="auto">
          <a:xfrm flipV="1">
            <a:off x="4593910" y="2116504"/>
            <a:ext cx="190689" cy="1251163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33" name="직선 화살표 연결선 432"/>
          <p:cNvCxnSpPr>
            <a:stCxn id="413" idx="1"/>
            <a:endCxn id="415" idx="1"/>
          </p:cNvCxnSpPr>
          <p:nvPr/>
        </p:nvCxnSpPr>
        <p:spPr bwMode="auto">
          <a:xfrm flipV="1">
            <a:off x="4593910" y="2404536"/>
            <a:ext cx="279178" cy="96313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45" name="직선 화살표 연결선 444"/>
          <p:cNvCxnSpPr>
            <a:stCxn id="413" idx="1"/>
            <a:endCxn id="416" idx="1"/>
          </p:cNvCxnSpPr>
          <p:nvPr/>
        </p:nvCxnSpPr>
        <p:spPr bwMode="auto">
          <a:xfrm flipV="1">
            <a:off x="4593910" y="2692568"/>
            <a:ext cx="373527" cy="675099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48" name="직선 화살표 연결선 447"/>
          <p:cNvCxnSpPr>
            <a:stCxn id="413" idx="1"/>
            <a:endCxn id="417" idx="1"/>
          </p:cNvCxnSpPr>
          <p:nvPr/>
        </p:nvCxnSpPr>
        <p:spPr bwMode="auto">
          <a:xfrm flipV="1">
            <a:off x="4593910" y="2995490"/>
            <a:ext cx="445535" cy="37217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51" name="직선 화살표 연결선 450"/>
          <p:cNvCxnSpPr>
            <a:stCxn id="413" idx="1"/>
            <a:endCxn id="418" idx="1"/>
          </p:cNvCxnSpPr>
          <p:nvPr/>
        </p:nvCxnSpPr>
        <p:spPr bwMode="auto">
          <a:xfrm flipV="1">
            <a:off x="4593910" y="3282522"/>
            <a:ext cx="517543" cy="85145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54" name="직선 화살표 연결선 453"/>
          <p:cNvCxnSpPr>
            <a:stCxn id="413" idx="1"/>
            <a:endCxn id="419" idx="1"/>
          </p:cNvCxnSpPr>
          <p:nvPr/>
        </p:nvCxnSpPr>
        <p:spPr bwMode="auto">
          <a:xfrm>
            <a:off x="4593910" y="3367667"/>
            <a:ext cx="589551" cy="23799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58" name="직선 화살표 연결선 457"/>
          <p:cNvCxnSpPr>
            <a:stCxn id="413" idx="1"/>
            <a:endCxn id="420" idx="1"/>
          </p:cNvCxnSpPr>
          <p:nvPr/>
        </p:nvCxnSpPr>
        <p:spPr bwMode="auto">
          <a:xfrm>
            <a:off x="4593910" y="3367667"/>
            <a:ext cx="661559" cy="526022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461" name="직사각형 460"/>
          <p:cNvSpPr/>
          <p:nvPr/>
        </p:nvSpPr>
        <p:spPr bwMode="auto">
          <a:xfrm>
            <a:off x="5796136" y="2007078"/>
            <a:ext cx="383881" cy="241934"/>
          </a:xfrm>
          <a:prstGeom prst="rect">
            <a:avLst/>
          </a:prstGeom>
          <a:solidFill>
            <a:srgbClr val="C0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2" name="직사각형 461"/>
          <p:cNvSpPr/>
          <p:nvPr/>
        </p:nvSpPr>
        <p:spPr bwMode="auto">
          <a:xfrm>
            <a:off x="5884625" y="2295110"/>
            <a:ext cx="383881" cy="241934"/>
          </a:xfrm>
          <a:prstGeom prst="rect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3" name="직사각형 462"/>
          <p:cNvSpPr/>
          <p:nvPr/>
        </p:nvSpPr>
        <p:spPr bwMode="auto">
          <a:xfrm>
            <a:off x="5978974" y="2583142"/>
            <a:ext cx="383881" cy="241934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4" name="직사각형 463"/>
          <p:cNvSpPr/>
          <p:nvPr/>
        </p:nvSpPr>
        <p:spPr bwMode="auto">
          <a:xfrm>
            <a:off x="6050982" y="2886064"/>
            <a:ext cx="383881" cy="241934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5" name="직사각형 464"/>
          <p:cNvSpPr/>
          <p:nvPr/>
        </p:nvSpPr>
        <p:spPr bwMode="auto">
          <a:xfrm>
            <a:off x="6122990" y="3173096"/>
            <a:ext cx="383881" cy="241934"/>
          </a:xfrm>
          <a:prstGeom prst="rect">
            <a:avLst/>
          </a:prstGeom>
          <a:solidFill>
            <a:srgbClr val="92D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6" name="직사각형 465"/>
          <p:cNvSpPr/>
          <p:nvPr/>
        </p:nvSpPr>
        <p:spPr bwMode="auto">
          <a:xfrm>
            <a:off x="6194998" y="3496231"/>
            <a:ext cx="383881" cy="241934"/>
          </a:xfrm>
          <a:prstGeom prst="rect">
            <a:avLst/>
          </a:prstGeom>
          <a:solidFill>
            <a:srgbClr val="00B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7" name="직사각형 466"/>
          <p:cNvSpPr/>
          <p:nvPr/>
        </p:nvSpPr>
        <p:spPr bwMode="auto">
          <a:xfrm>
            <a:off x="6267006" y="3784263"/>
            <a:ext cx="383881" cy="241934"/>
          </a:xfrm>
          <a:prstGeom prst="rect">
            <a:avLst/>
          </a:prstGeom>
          <a:solidFill>
            <a:srgbClr val="00B0F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8" name="직사각형 467"/>
          <p:cNvSpPr/>
          <p:nvPr/>
        </p:nvSpPr>
        <p:spPr bwMode="auto">
          <a:xfrm>
            <a:off x="6339014" y="4095310"/>
            <a:ext cx="383881" cy="241934"/>
          </a:xfrm>
          <a:prstGeom prst="rect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sp>
        <p:nvSpPr>
          <p:cNvPr id="469" name="직사각형 468"/>
          <p:cNvSpPr/>
          <p:nvPr/>
        </p:nvSpPr>
        <p:spPr bwMode="auto">
          <a:xfrm>
            <a:off x="6411022" y="4383342"/>
            <a:ext cx="383881" cy="241934"/>
          </a:xfrm>
          <a:prstGeom prst="rect">
            <a:avLst/>
          </a:prstGeom>
          <a:solidFill>
            <a:srgbClr val="7030A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 sz="1600" dirty="0"/>
          </a:p>
        </p:txBody>
      </p:sp>
      <p:cxnSp>
        <p:nvCxnSpPr>
          <p:cNvPr id="470" name="직선 화살표 연결선 469"/>
          <p:cNvCxnSpPr>
            <a:stCxn id="422" idx="3"/>
            <a:endCxn id="469" idx="1"/>
          </p:cNvCxnSpPr>
          <p:nvPr/>
        </p:nvCxnSpPr>
        <p:spPr bwMode="auto">
          <a:xfrm>
            <a:off x="6023231" y="4492768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73" name="직선 화살표 연결선 472"/>
          <p:cNvCxnSpPr>
            <a:stCxn id="421" idx="3"/>
            <a:endCxn id="468" idx="1"/>
          </p:cNvCxnSpPr>
          <p:nvPr/>
        </p:nvCxnSpPr>
        <p:spPr bwMode="auto">
          <a:xfrm>
            <a:off x="5951223" y="4204736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76" name="직선 화살표 연결선 475"/>
          <p:cNvCxnSpPr>
            <a:stCxn id="420" idx="3"/>
            <a:endCxn id="467" idx="1"/>
          </p:cNvCxnSpPr>
          <p:nvPr/>
        </p:nvCxnSpPr>
        <p:spPr bwMode="auto">
          <a:xfrm>
            <a:off x="5879215" y="3893689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79" name="직선 화살표 연결선 478"/>
          <p:cNvCxnSpPr>
            <a:stCxn id="419" idx="3"/>
            <a:endCxn id="466" idx="1"/>
          </p:cNvCxnSpPr>
          <p:nvPr/>
        </p:nvCxnSpPr>
        <p:spPr bwMode="auto">
          <a:xfrm>
            <a:off x="5807207" y="3605657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82" name="직선 화살표 연결선 481"/>
          <p:cNvCxnSpPr>
            <a:stCxn id="418" idx="3"/>
            <a:endCxn id="465" idx="1"/>
          </p:cNvCxnSpPr>
          <p:nvPr/>
        </p:nvCxnSpPr>
        <p:spPr bwMode="auto">
          <a:xfrm>
            <a:off x="5735199" y="3282522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85" name="직선 화살표 연결선 484"/>
          <p:cNvCxnSpPr>
            <a:stCxn id="417" idx="3"/>
            <a:endCxn id="464" idx="1"/>
          </p:cNvCxnSpPr>
          <p:nvPr/>
        </p:nvCxnSpPr>
        <p:spPr bwMode="auto">
          <a:xfrm>
            <a:off x="5663191" y="2995490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88" name="직선 화살표 연결선 487"/>
          <p:cNvCxnSpPr>
            <a:stCxn id="416" idx="3"/>
            <a:endCxn id="463" idx="1"/>
          </p:cNvCxnSpPr>
          <p:nvPr/>
        </p:nvCxnSpPr>
        <p:spPr bwMode="auto">
          <a:xfrm>
            <a:off x="5591183" y="2692568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91" name="직선 화살표 연결선 490"/>
          <p:cNvCxnSpPr>
            <a:stCxn id="415" idx="3"/>
            <a:endCxn id="462" idx="1"/>
          </p:cNvCxnSpPr>
          <p:nvPr/>
        </p:nvCxnSpPr>
        <p:spPr bwMode="auto">
          <a:xfrm>
            <a:off x="5496834" y="2404536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494" name="직선 화살표 연결선 493"/>
          <p:cNvCxnSpPr>
            <a:stCxn id="414" idx="3"/>
            <a:endCxn id="461" idx="1"/>
          </p:cNvCxnSpPr>
          <p:nvPr/>
        </p:nvCxnSpPr>
        <p:spPr bwMode="auto">
          <a:xfrm>
            <a:off x="5408345" y="2116504"/>
            <a:ext cx="387791" cy="1154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497" name="텍스트 상자 496"/>
          <p:cNvSpPr txBox="1"/>
          <p:nvPr/>
        </p:nvSpPr>
        <p:spPr>
          <a:xfrm>
            <a:off x="1259632" y="4913308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Convolution</a:t>
            </a:r>
          </a:p>
          <a:p>
            <a:pPr algn="ctr"/>
            <a:r>
              <a:rPr lang="en-US" altLang="ko-KR" sz="1600" dirty="0"/>
              <a:t>&amp;</a:t>
            </a:r>
            <a:endParaRPr kumimoji="1" lang="en-US" altLang="ko-KR" sz="1600" dirty="0"/>
          </a:p>
          <a:p>
            <a:r>
              <a:rPr lang="en-US" altLang="ko-KR" sz="1600" dirty="0"/>
              <a:t>Threshold</a:t>
            </a:r>
            <a:endParaRPr kumimoji="1" lang="ko-KR" altLang="en-US" sz="1600" dirty="0"/>
          </a:p>
        </p:txBody>
      </p:sp>
      <p:sp>
        <p:nvSpPr>
          <p:cNvPr id="498" name="텍스트 상자 497"/>
          <p:cNvSpPr txBox="1"/>
          <p:nvPr/>
        </p:nvSpPr>
        <p:spPr>
          <a:xfrm>
            <a:off x="3144113" y="4919506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/>
              <a:t>Pooling</a:t>
            </a:r>
            <a:endParaRPr kumimoji="1" lang="ko-KR" altLang="en-US" sz="1600" dirty="0"/>
          </a:p>
        </p:txBody>
      </p:sp>
      <p:sp>
        <p:nvSpPr>
          <p:cNvPr id="499" name="텍스트 상자 498"/>
          <p:cNvSpPr txBox="1"/>
          <p:nvPr/>
        </p:nvSpPr>
        <p:spPr>
          <a:xfrm>
            <a:off x="4321646" y="4905448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Convolution</a:t>
            </a:r>
          </a:p>
          <a:p>
            <a:pPr algn="ctr"/>
            <a:r>
              <a:rPr lang="en-US" altLang="ko-KR" sz="1600" dirty="0"/>
              <a:t>&amp;</a:t>
            </a:r>
            <a:endParaRPr kumimoji="1" lang="en-US" altLang="ko-KR" sz="1600" dirty="0"/>
          </a:p>
          <a:p>
            <a:r>
              <a:rPr lang="en-US" altLang="ko-KR" sz="1600" dirty="0"/>
              <a:t>Threshold</a:t>
            </a:r>
            <a:endParaRPr kumimoji="1" lang="ko-KR" altLang="en-US" sz="1600" dirty="0"/>
          </a:p>
        </p:txBody>
      </p:sp>
      <p:sp>
        <p:nvSpPr>
          <p:cNvPr id="500" name="텍스트 상자 499"/>
          <p:cNvSpPr txBox="1"/>
          <p:nvPr/>
        </p:nvSpPr>
        <p:spPr>
          <a:xfrm>
            <a:off x="5868144" y="4916503"/>
            <a:ext cx="8370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/>
              <a:t>Pooling</a:t>
            </a:r>
            <a:endParaRPr kumimoji="1" lang="ko-KR" altLang="en-US" sz="1600" dirty="0"/>
          </a:p>
        </p:txBody>
      </p:sp>
      <p:sp>
        <p:nvSpPr>
          <p:cNvPr id="501" name="타원 500"/>
          <p:cNvSpPr/>
          <p:nvPr/>
        </p:nvSpPr>
        <p:spPr bwMode="auto">
          <a:xfrm>
            <a:off x="6876256" y="1553183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3" name="타원 502"/>
          <p:cNvSpPr/>
          <p:nvPr/>
        </p:nvSpPr>
        <p:spPr bwMode="auto">
          <a:xfrm>
            <a:off x="6948264" y="1965756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4" name="타원 503"/>
          <p:cNvSpPr/>
          <p:nvPr/>
        </p:nvSpPr>
        <p:spPr bwMode="auto">
          <a:xfrm>
            <a:off x="7060059" y="2382909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5" name="타원 504"/>
          <p:cNvSpPr/>
          <p:nvPr/>
        </p:nvSpPr>
        <p:spPr bwMode="auto">
          <a:xfrm>
            <a:off x="7164288" y="2800062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6" name="타원 505"/>
          <p:cNvSpPr/>
          <p:nvPr/>
        </p:nvSpPr>
        <p:spPr bwMode="auto">
          <a:xfrm>
            <a:off x="7308304" y="3208199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7" name="타원 506"/>
          <p:cNvSpPr/>
          <p:nvPr/>
        </p:nvSpPr>
        <p:spPr bwMode="auto">
          <a:xfrm>
            <a:off x="7380312" y="3616336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8" name="타원 507"/>
          <p:cNvSpPr/>
          <p:nvPr/>
        </p:nvSpPr>
        <p:spPr bwMode="auto">
          <a:xfrm>
            <a:off x="7452320" y="4038753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9" name="타원 508"/>
          <p:cNvSpPr/>
          <p:nvPr/>
        </p:nvSpPr>
        <p:spPr bwMode="auto">
          <a:xfrm>
            <a:off x="7524328" y="4446890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2" name="타원 511"/>
          <p:cNvSpPr/>
          <p:nvPr/>
        </p:nvSpPr>
        <p:spPr bwMode="auto">
          <a:xfrm>
            <a:off x="8137947" y="2742048"/>
            <a:ext cx="320253" cy="288032"/>
          </a:xfrm>
          <a:prstGeom prst="ellipse">
            <a:avLst/>
          </a:prstGeom>
          <a:solidFill>
            <a:srgbClr val="EDF7F9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13" name="직선 화살표 연결선 512"/>
          <p:cNvCxnSpPr>
            <a:stCxn id="509" idx="6"/>
            <a:endCxn id="512" idx="2"/>
          </p:cNvCxnSpPr>
          <p:nvPr/>
        </p:nvCxnSpPr>
        <p:spPr bwMode="auto">
          <a:xfrm flipV="1">
            <a:off x="7844581" y="2886064"/>
            <a:ext cx="293366" cy="1704842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16" name="직선 화살표 연결선 515"/>
          <p:cNvCxnSpPr>
            <a:stCxn id="508" idx="6"/>
            <a:endCxn id="512" idx="2"/>
          </p:cNvCxnSpPr>
          <p:nvPr/>
        </p:nvCxnSpPr>
        <p:spPr bwMode="auto">
          <a:xfrm flipV="1">
            <a:off x="7772573" y="2886064"/>
            <a:ext cx="365374" cy="1296705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19" name="직선 화살표 연결선 518"/>
          <p:cNvCxnSpPr>
            <a:stCxn id="507" idx="6"/>
            <a:endCxn id="512" idx="2"/>
          </p:cNvCxnSpPr>
          <p:nvPr/>
        </p:nvCxnSpPr>
        <p:spPr bwMode="auto">
          <a:xfrm flipV="1">
            <a:off x="7700565" y="2886064"/>
            <a:ext cx="437382" cy="874288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22" name="직선 화살표 연결선 521"/>
          <p:cNvCxnSpPr>
            <a:stCxn id="506" idx="6"/>
            <a:endCxn id="512" idx="2"/>
          </p:cNvCxnSpPr>
          <p:nvPr/>
        </p:nvCxnSpPr>
        <p:spPr bwMode="auto">
          <a:xfrm flipV="1">
            <a:off x="7628557" y="2886064"/>
            <a:ext cx="509390" cy="46615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25" name="직선 화살표 연결선 524"/>
          <p:cNvCxnSpPr>
            <a:stCxn id="505" idx="6"/>
            <a:endCxn id="512" idx="2"/>
          </p:cNvCxnSpPr>
          <p:nvPr/>
        </p:nvCxnSpPr>
        <p:spPr bwMode="auto">
          <a:xfrm flipV="1">
            <a:off x="7484541" y="2886064"/>
            <a:ext cx="653406" cy="58014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28" name="직선 화살표 연결선 527"/>
          <p:cNvCxnSpPr>
            <a:stCxn id="504" idx="6"/>
            <a:endCxn id="512" idx="2"/>
          </p:cNvCxnSpPr>
          <p:nvPr/>
        </p:nvCxnSpPr>
        <p:spPr bwMode="auto">
          <a:xfrm>
            <a:off x="7380312" y="2526925"/>
            <a:ext cx="757635" cy="359139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31" name="직선 화살표 연결선 530"/>
          <p:cNvCxnSpPr>
            <a:stCxn id="503" idx="6"/>
            <a:endCxn id="512" idx="2"/>
          </p:cNvCxnSpPr>
          <p:nvPr/>
        </p:nvCxnSpPr>
        <p:spPr bwMode="auto">
          <a:xfrm>
            <a:off x="7268517" y="2109772"/>
            <a:ext cx="869430" cy="776292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34" name="직선 화살표 연결선 533"/>
          <p:cNvCxnSpPr>
            <a:stCxn id="501" idx="6"/>
            <a:endCxn id="512" idx="2"/>
          </p:cNvCxnSpPr>
          <p:nvPr/>
        </p:nvCxnSpPr>
        <p:spPr bwMode="auto">
          <a:xfrm>
            <a:off x="7196509" y="1697199"/>
            <a:ext cx="941438" cy="1188865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37" name="직선 화살표 연결선 536"/>
          <p:cNvCxnSpPr>
            <a:stCxn id="461" idx="3"/>
            <a:endCxn id="501" idx="2"/>
          </p:cNvCxnSpPr>
          <p:nvPr/>
        </p:nvCxnSpPr>
        <p:spPr bwMode="auto">
          <a:xfrm flipV="1">
            <a:off x="6180017" y="1697199"/>
            <a:ext cx="696239" cy="430846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40" name="직선 화살표 연결선 539"/>
          <p:cNvCxnSpPr>
            <a:stCxn id="461" idx="3"/>
            <a:endCxn id="503" idx="2"/>
          </p:cNvCxnSpPr>
          <p:nvPr/>
        </p:nvCxnSpPr>
        <p:spPr bwMode="auto">
          <a:xfrm flipV="1">
            <a:off x="6180017" y="2109772"/>
            <a:ext cx="768247" cy="18273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43" name="직선 화살표 연결선 542"/>
          <p:cNvCxnSpPr>
            <a:stCxn id="461" idx="3"/>
            <a:endCxn id="504" idx="2"/>
          </p:cNvCxnSpPr>
          <p:nvPr/>
        </p:nvCxnSpPr>
        <p:spPr bwMode="auto">
          <a:xfrm>
            <a:off x="6180017" y="2128045"/>
            <a:ext cx="880042" cy="39888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46" name="직선 화살표 연결선 545"/>
          <p:cNvCxnSpPr>
            <a:stCxn id="461" idx="3"/>
            <a:endCxn id="509" idx="2"/>
          </p:cNvCxnSpPr>
          <p:nvPr/>
        </p:nvCxnSpPr>
        <p:spPr bwMode="auto">
          <a:xfrm>
            <a:off x="6180017" y="2128045"/>
            <a:ext cx="1344311" cy="246286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49" name="직선 화살표 연결선 548"/>
          <p:cNvCxnSpPr>
            <a:stCxn id="469" idx="3"/>
            <a:endCxn id="509" idx="2"/>
          </p:cNvCxnSpPr>
          <p:nvPr/>
        </p:nvCxnSpPr>
        <p:spPr bwMode="auto">
          <a:xfrm>
            <a:off x="6794903" y="4504309"/>
            <a:ext cx="729425" cy="8659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52" name="직선 화살표 연결선 551"/>
          <p:cNvCxnSpPr>
            <a:stCxn id="469" idx="3"/>
            <a:endCxn id="508" idx="2"/>
          </p:cNvCxnSpPr>
          <p:nvPr/>
        </p:nvCxnSpPr>
        <p:spPr bwMode="auto">
          <a:xfrm flipV="1">
            <a:off x="6794903" y="4182769"/>
            <a:ext cx="657417" cy="32154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55" name="직선 화살표 연결선 554"/>
          <p:cNvCxnSpPr>
            <a:stCxn id="469" idx="3"/>
            <a:endCxn id="507" idx="2"/>
          </p:cNvCxnSpPr>
          <p:nvPr/>
        </p:nvCxnSpPr>
        <p:spPr bwMode="auto">
          <a:xfrm flipV="1">
            <a:off x="6794903" y="3760352"/>
            <a:ext cx="585409" cy="74395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58" name="직선 화살표 연결선 557"/>
          <p:cNvCxnSpPr>
            <a:stCxn id="469" idx="3"/>
            <a:endCxn id="501" idx="2"/>
          </p:cNvCxnSpPr>
          <p:nvPr/>
        </p:nvCxnSpPr>
        <p:spPr bwMode="auto">
          <a:xfrm flipV="1">
            <a:off x="6794903" y="1697199"/>
            <a:ext cx="81353" cy="280711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577" name="텍스트 상자 576"/>
          <p:cNvSpPr txBox="1"/>
          <p:nvPr/>
        </p:nvSpPr>
        <p:spPr>
          <a:xfrm>
            <a:off x="7146321" y="4962669"/>
            <a:ext cx="1689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600" dirty="0"/>
              <a:t>Fully Connected</a:t>
            </a:r>
          </a:p>
          <a:p>
            <a:pPr algn="ctr"/>
            <a:r>
              <a:rPr lang="en-US" altLang="ko-KR" sz="1600" dirty="0"/>
              <a:t>Layers</a:t>
            </a:r>
            <a:endParaRPr kumimoji="1" lang="ko-KR" altLang="en-US" sz="1600" dirty="0"/>
          </a:p>
        </p:txBody>
      </p:sp>
      <p:cxnSp>
        <p:nvCxnSpPr>
          <p:cNvPr id="579" name="직선 화살표 연결선 578"/>
          <p:cNvCxnSpPr>
            <a:stCxn id="461" idx="3"/>
            <a:endCxn id="505" idx="2"/>
          </p:cNvCxnSpPr>
          <p:nvPr/>
        </p:nvCxnSpPr>
        <p:spPr bwMode="auto">
          <a:xfrm>
            <a:off x="6180017" y="2128045"/>
            <a:ext cx="984271" cy="816033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82" name="직선 화살표 연결선 581"/>
          <p:cNvCxnSpPr>
            <a:stCxn id="461" idx="3"/>
            <a:endCxn id="506" idx="2"/>
          </p:cNvCxnSpPr>
          <p:nvPr/>
        </p:nvCxnSpPr>
        <p:spPr bwMode="auto">
          <a:xfrm>
            <a:off x="6180017" y="2128045"/>
            <a:ext cx="1128287" cy="1224170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85" name="직선 화살표 연결선 584"/>
          <p:cNvCxnSpPr>
            <a:stCxn id="469" idx="3"/>
            <a:endCxn id="506" idx="2"/>
          </p:cNvCxnSpPr>
          <p:nvPr/>
        </p:nvCxnSpPr>
        <p:spPr bwMode="auto">
          <a:xfrm flipV="1">
            <a:off x="6794903" y="3352215"/>
            <a:ext cx="513401" cy="1152094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88" name="직선 화살표 연결선 587"/>
          <p:cNvCxnSpPr>
            <a:stCxn id="469" idx="3"/>
            <a:endCxn id="505" idx="2"/>
          </p:cNvCxnSpPr>
          <p:nvPr/>
        </p:nvCxnSpPr>
        <p:spPr bwMode="auto">
          <a:xfrm flipV="1">
            <a:off x="6794903" y="2944078"/>
            <a:ext cx="369385" cy="1560231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91" name="직선 화살표 연결선 590"/>
          <p:cNvCxnSpPr>
            <a:stCxn id="469" idx="3"/>
            <a:endCxn id="504" idx="2"/>
          </p:cNvCxnSpPr>
          <p:nvPr/>
        </p:nvCxnSpPr>
        <p:spPr bwMode="auto">
          <a:xfrm flipV="1">
            <a:off x="6794903" y="2526925"/>
            <a:ext cx="265156" cy="1977384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94" name="직선 화살표 연결선 593"/>
          <p:cNvCxnSpPr>
            <a:stCxn id="469" idx="3"/>
            <a:endCxn id="503" idx="2"/>
          </p:cNvCxnSpPr>
          <p:nvPr/>
        </p:nvCxnSpPr>
        <p:spPr bwMode="auto">
          <a:xfrm flipV="1">
            <a:off x="6794903" y="2109772"/>
            <a:ext cx="153361" cy="239453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597" name="직선 화살표 연결선 596"/>
          <p:cNvCxnSpPr>
            <a:stCxn id="461" idx="3"/>
            <a:endCxn id="507" idx="2"/>
          </p:cNvCxnSpPr>
          <p:nvPr/>
        </p:nvCxnSpPr>
        <p:spPr bwMode="auto">
          <a:xfrm>
            <a:off x="6180017" y="2128045"/>
            <a:ext cx="1200295" cy="1632307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600" name="직선 화살표 연결선 599"/>
          <p:cNvCxnSpPr>
            <a:stCxn id="461" idx="3"/>
            <a:endCxn id="508" idx="2"/>
          </p:cNvCxnSpPr>
          <p:nvPr/>
        </p:nvCxnSpPr>
        <p:spPr bwMode="auto">
          <a:xfrm>
            <a:off x="6180017" y="2128045"/>
            <a:ext cx="1272303" cy="2054724"/>
          </a:xfrm>
          <a:prstGeom prst="straightConnector1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9626609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http://parse.ele.tue.nl/cluster/2/CNNArchitectur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37285"/>
            <a:ext cx="5933104" cy="229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lang="ko-KR" altLang="en-US" dirty="0"/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Comic Sans MS" panose="030F0702030302020204" pitchFamily="66" charset="0"/>
                <a:ea typeface="굴림" panose="020B0600000101010101" pitchFamily="50" charset="-127"/>
              </a:defRPr>
            </a:lvl9pPr>
          </a:lstStyle>
          <a:p>
            <a:fld id="{09770EC0-94E1-4718-A19A-5AB9DB658FFF}" type="slidenum">
              <a:rPr lang="en-US" altLang="ko-KR" sz="1400" smtClean="0">
                <a:latin typeface="굴림" panose="020B0600000101010101" pitchFamily="50" charset="-127"/>
              </a:rPr>
              <a:pPr/>
              <a:t>25</a:t>
            </a:fld>
            <a:endParaRPr lang="en-US" altLang="ko-KR" sz="1400">
              <a:latin typeface="굴림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810055"/>
            <a:ext cx="6639854" cy="2294194"/>
          </a:xfrm>
          <a:prstGeom prst="rect">
            <a:avLst/>
          </a:prstGeom>
        </p:spPr>
      </p:pic>
      <p:sp>
        <p:nvSpPr>
          <p:cNvPr id="26626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Various Graphical Representation</a:t>
            </a:r>
          </a:p>
          <a:p>
            <a:pPr lvl="1"/>
            <a:endParaRPr lang="en-US" altLang="ko-K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https://s3-eu-west-1.amazonaws.com/com.cambridgecoding.students/cca_admin/notebooks/070adfad7bc0d533a407c5ecb1f46e05/cn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79" y="1411288"/>
            <a:ext cx="6568589" cy="289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Various Graphical Representation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4A2451-F8F1-4CC2-8312-4202A62CA07F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61444" name="Picture 4" descr="structure of CN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33276"/>
            <a:ext cx="7374293" cy="2032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997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Convolutional Neural Networks</a:t>
            </a:r>
            <a:endParaRPr lang="ko-KR" altLang="en-US" dirty="0"/>
          </a:p>
        </p:txBody>
      </p:sp>
      <p:sp>
        <p:nvSpPr>
          <p:cNvPr id="30722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</a:p>
          <a:p>
            <a:pPr lvl="1"/>
            <a:endParaRPr lang="en-US" altLang="ko-KR" dirty="0"/>
          </a:p>
        </p:txBody>
      </p:sp>
      <p:pic>
        <p:nvPicPr>
          <p:cNvPr id="30724" name="Picture 2" descr="http://i.stack.imgur.com/Hl2H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43125"/>
            <a:ext cx="6418263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2417763"/>
            <a:ext cx="1835150" cy="302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F4751CC-405E-479A-8232-52039AA49A5F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64235"/>
      </p:ext>
    </p:extLst>
  </p:cSld>
  <p:clrMapOvr>
    <a:masterClrMapping/>
  </p:clrMapOvr>
</p:sld>
</file>

<file path=ppt/theme/theme1.xml><?xml version="1.0" encoding="utf-8"?>
<a:theme xmlns:a="http://schemas.openxmlformats.org/drawingml/2006/main" name="c-master">
  <a:themeElements>
    <a:clrScheme name="c-master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c-master">
      <a:majorFont>
        <a:latin typeface="Tahoma"/>
        <a:ea typeface="새굴림"/>
        <a:cs typeface=""/>
      </a:majorFont>
      <a:minorFont>
        <a:latin typeface="Tahoma"/>
        <a:ea typeface="새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rgbClr val="FFFFCC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lg" len="lg"/>
        </a:ln>
        <a:effectLst/>
      </a:spPr>
      <a:bodyPr/>
      <a:lstStyle/>
    </a:lnDef>
  </a:objectDefaults>
  <a:extraClrSchemeLst>
    <a:extraClrScheme>
      <a:clrScheme name="c-master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-master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-master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-master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-master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-master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-master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c-master</Template>
  <TotalTime>11232</TotalTime>
  <Words>1443</Words>
  <Application>Microsoft Office PowerPoint</Application>
  <PresentationFormat>화면 슬라이드 쇼(4:3)</PresentationFormat>
  <Paragraphs>1119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굴림</vt:lpstr>
      <vt:lpstr>새굴림</vt:lpstr>
      <vt:lpstr>Cambria Math</vt:lpstr>
      <vt:lpstr>Comic Sans MS</vt:lpstr>
      <vt:lpstr>Tahoma</vt:lpstr>
      <vt:lpstr>Wingdings</vt:lpstr>
      <vt:lpstr>c-master</vt:lpstr>
      <vt:lpstr>Convolutional Neural Networks</vt:lpstr>
      <vt:lpstr>Convolutional Neural Networks</vt:lpstr>
      <vt:lpstr>Image Classification</vt:lpstr>
      <vt:lpstr>Image Classification</vt:lpstr>
      <vt:lpstr>Image Classification</vt:lpstr>
      <vt:lpstr>Image Classification</vt:lpstr>
      <vt:lpstr>Image Classification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Feature Extraction</vt:lpstr>
      <vt:lpstr>Convolutional Neural Networks</vt:lpstr>
      <vt:lpstr>Convolutional Neural Networks</vt:lpstr>
      <vt:lpstr>Convolutional Neural Networks</vt:lpstr>
      <vt:lpstr>Convolutional Neural Networks</vt:lpstr>
      <vt:lpstr>Convolutional Neural Networks</vt:lpstr>
      <vt:lpstr>Convolutional Neural Networks</vt:lpstr>
      <vt:lpstr>Convolutional Neural Networks</vt:lpstr>
      <vt:lpstr>Convolutional Neural Networks</vt:lpstr>
    </vt:vector>
  </TitlesOfParts>
  <Company>HanDong Univ.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이지형</dc:creator>
  <cp:lastModifiedBy>Owner</cp:lastModifiedBy>
  <cp:revision>974</cp:revision>
  <dcterms:created xsi:type="dcterms:W3CDTF">2002-07-03T11:04:41Z</dcterms:created>
  <dcterms:modified xsi:type="dcterms:W3CDTF">2020-06-03T06:53:26Z</dcterms:modified>
</cp:coreProperties>
</file>